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1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3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4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8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91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7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0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81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9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00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0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54EF2-E2FD-4516-8B23-7AC5F47B532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05186-E87C-47AF-AC12-311F67F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2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1178154" y="1194404"/>
            <a:ext cx="3099897" cy="1837154"/>
            <a:chOff x="4944035" y="1282550"/>
            <a:chExt cx="3099897" cy="183715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8367" y="1282550"/>
              <a:ext cx="2955565" cy="1610783"/>
            </a:xfrm>
            <a:prstGeom prst="rect">
              <a:avLst/>
            </a:prstGeom>
          </p:spPr>
        </p:pic>
        <p:grpSp>
          <p:nvGrpSpPr>
            <p:cNvPr id="14" name="Group 13"/>
            <p:cNvGrpSpPr/>
            <p:nvPr/>
          </p:nvGrpSpPr>
          <p:grpSpPr>
            <a:xfrm>
              <a:off x="4944035" y="2523641"/>
              <a:ext cx="726739" cy="596063"/>
              <a:chOff x="4903395" y="2574441"/>
              <a:chExt cx="726739" cy="596063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4903395" y="2574441"/>
                <a:ext cx="3442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094642" y="2687807"/>
                <a:ext cx="3442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285889" y="2801172"/>
                <a:ext cx="3442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</p:grpSp>
      </p:grpSp>
      <p:grpSp>
        <p:nvGrpSpPr>
          <p:cNvPr id="23" name="Group 22"/>
          <p:cNvGrpSpPr/>
          <p:nvPr/>
        </p:nvGrpSpPr>
        <p:grpSpPr>
          <a:xfrm>
            <a:off x="4278051" y="1286215"/>
            <a:ext cx="2310084" cy="1674042"/>
            <a:chOff x="2294189" y="1374361"/>
            <a:chExt cx="2310084" cy="167404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7047" y="1374361"/>
              <a:ext cx="2127226" cy="1518972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 rot="1909282">
              <a:off x="2330344" y="2652424"/>
              <a:ext cx="556931" cy="295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294189" y="2452340"/>
              <a:ext cx="726739" cy="596063"/>
              <a:chOff x="4903395" y="2574441"/>
              <a:chExt cx="726739" cy="596063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4903395" y="2574441"/>
                <a:ext cx="3442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094642" y="2687807"/>
                <a:ext cx="3442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285889" y="2801172"/>
                <a:ext cx="3442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</p:grpSp>
      </p:grpSp>
      <p:sp>
        <p:nvSpPr>
          <p:cNvPr id="19" name="TextBox 18"/>
          <p:cNvSpPr txBox="1"/>
          <p:nvPr/>
        </p:nvSpPr>
        <p:spPr>
          <a:xfrm>
            <a:off x="4526040" y="3059668"/>
            <a:ext cx="169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TO-92 package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4721" y="3059668"/>
            <a:ext cx="169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TO-220 package</a:t>
            </a:r>
          </a:p>
        </p:txBody>
      </p:sp>
    </p:spTree>
    <p:extLst>
      <p:ext uri="{BB962C8B-B14F-4D97-AF65-F5344CB8AC3E}">
        <p14:creationId xmlns:p14="http://schemas.microsoft.com/office/powerpoint/2010/main" val="119658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University of Richmond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Trawick, Matt</dc:creator>
  <cp:lastModifiedBy>Trawick, Matt</cp:lastModifiedBy>
  <cp:revision>19</cp:revision>
  <dcterms:created xsi:type="dcterms:W3CDTF">2016-09-02T22:28:28Z</dcterms:created>
  <dcterms:modified xsi:type="dcterms:W3CDTF">2026-03-01T15:32:06Z</dcterms:modified>
</cp:coreProperties>
</file>