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-1721" y="-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6645-13EB-1992-F588-A569B28B2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44E3D-63E9-B04D-5864-B056E2BD9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BA10E-A748-0013-CDC3-920B135F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D057F-2B8E-EDA0-45E1-6569D65F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DCBE9-F186-3137-D2D1-F74F306F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4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9F56-96B5-D26C-7C1B-2819741A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81EF-2B6C-7BE9-FB33-4DA3CA1AB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A2524-AFAE-C8D0-0658-0AB2BADFA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B6903-4662-56D0-D746-79FB2320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AD765-9DAC-6D2E-2EEF-9B820442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6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28555-9951-8E0E-CA7B-F621E270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94C4E-6DD1-4AAD-C533-F7DCEC174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5377-6C2C-1EC0-75A4-B4C63FFE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05CCD-8317-5643-C1CD-D888E7275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5E53C-1570-9BCF-F5F3-D53572A6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9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ABD3-DB11-63C3-15A4-0DA6E5D1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F4090-AD21-9239-14FA-87AB42F5C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9BE18-1765-A9C6-C48F-420786F9F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1893B-6F02-1FB0-E0C9-9B7631860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9BE71-4558-C708-07BD-C0B8EF55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AD226-9884-FA6D-A672-C28F1A22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83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8CE1-869C-70A3-BE0A-A265DD77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EE0EF-8250-7D0B-885C-4B61CAC21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D2544-3C09-B896-0DE5-74AF2E02B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AC09A-F9E3-8C61-7B8C-ED8B182CF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8A0B5-22E1-04FE-0698-F6D109B65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16B6E2-006D-FD45-E9F0-E01230AC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25AE6-0D0C-4762-A979-F2AA2C3C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00874E-433D-E67F-AC23-ECD4BFF4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8D21-6C36-B189-32D4-CED2DA89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D5530D-89E9-2ABD-9B79-D5A42F3B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B77B2-B5E1-5E00-65DA-7A5BECB0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9F490-D455-51BF-412D-295AFC92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48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1B01E-7EF7-D31B-9A92-501CE278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522E7-4E4A-6273-7B9B-E3787E61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9838-5D16-9D62-53F4-82904C02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0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FB913-0FCE-38D4-E7E1-BCFA512A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693E6-7A49-5E0F-E25C-91AA4367B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8736E-4943-05F9-D00C-A8422A8EE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C2B92-11B3-0062-02B0-6FAA52E3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48B3B-6D95-A9DC-F40B-3AF0DCF8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E7425-5207-F74C-19C9-690CA94F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5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4CA5-9B43-9339-9592-13E901C9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8DD824-CE6F-2DBD-8296-1770E7836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2D5F6-9B7B-E05D-0251-43A0C3FF7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EBC94-1589-F8F5-67E1-07B3B94A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ADCFE-64DE-27F3-D57D-2ED1BAAEA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D9282-6E7B-CD7E-CE7E-2D3165CF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8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A10B-73B6-CAFA-A76D-7239EEADF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141A2-A7F7-F9C4-6C75-82CC784B6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E2B7C-17F8-DD14-D884-985D4185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C5B4A-B804-0141-A4DF-76B189A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9AB5-751E-D0EB-BB9E-51C358F2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44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62A385-3DFA-20B3-684F-891224B62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DB63B-C433-DFEE-632C-C3A83959F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9EFA2-5C74-E8AD-5FEC-649EA257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E850C-8103-E203-3A01-413ED439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5119F-7B13-0941-DA9B-82A847A39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6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427E1-4D50-2B6F-6065-5F3803979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C69A0-4EF5-3914-8B9E-61F7E81C8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1EA47-59BC-4507-F96E-D5685645E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506F1-66C1-443E-8E68-EEC8F635AB1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6D19D-B395-9E1A-8CB4-E3B5A05FF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2001-975A-EAC2-D913-B5E385998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BCCB8-0FCD-4B16-B2CD-F84832FA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2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743B37F-1EC1-A0BF-3721-B573EE4BCA53}"/>
              </a:ext>
            </a:extLst>
          </p:cNvPr>
          <p:cNvGrpSpPr/>
          <p:nvPr/>
        </p:nvGrpSpPr>
        <p:grpSpPr>
          <a:xfrm>
            <a:off x="9537927" y="3465841"/>
            <a:ext cx="1957070" cy="1376672"/>
            <a:chOff x="9537927" y="3465841"/>
            <a:chExt cx="1957070" cy="1376672"/>
          </a:xfrm>
        </p:grpSpPr>
        <p:pic>
          <p:nvPicPr>
            <p:cNvPr id="95" name="breadboard" descr="A close-up of a white circuit board">
              <a:extLst>
                <a:ext uri="{FF2B5EF4-FFF2-40B4-BE49-F238E27FC236}">
                  <a16:creationId xmlns:a16="http://schemas.microsoft.com/office/drawing/2014/main" id="{33B4EBD4-246C-6EEB-773A-3A44BE56F7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4" t="19365" r="57968" b="21224"/>
            <a:stretch>
              <a:fillRect/>
            </a:stretch>
          </p:blipFill>
          <p:spPr bwMode="auto">
            <a:xfrm rot="5400000">
              <a:off x="9906057" y="3253573"/>
              <a:ext cx="1220810" cy="195707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B5750FD5-3E03-0FC4-000A-73A668C018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7699" t="14041" r="26466" b="-452"/>
            <a:stretch>
              <a:fillRect/>
            </a:stretch>
          </p:blipFill>
          <p:spPr bwMode="auto">
            <a:xfrm rot="16200000">
              <a:off x="9939607" y="3962129"/>
              <a:ext cx="278547" cy="11906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73F8F60-8A34-D5F3-8EFC-AFE050EA6FC3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 flipH="1" flipV="1">
              <a:off x="10078881" y="4160935"/>
              <a:ext cx="34631" cy="9067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8B5FB59-7D26-72C7-82B2-AFBE2A21087F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V="1">
              <a:off x="10078881" y="3787979"/>
              <a:ext cx="34631" cy="9440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4CC72C3-1D90-0B9C-A9C8-5B6D1DFF2260}"/>
                </a:ext>
              </a:extLst>
            </p:cNvPr>
            <p:cNvSpPr/>
            <p:nvPr/>
          </p:nvSpPr>
          <p:spPr>
            <a:xfrm>
              <a:off x="10204180" y="3465841"/>
              <a:ext cx="91903" cy="323850"/>
            </a:xfrm>
            <a:custGeom>
              <a:avLst/>
              <a:gdLst>
                <a:gd name="csX0" fmla="*/ 68613 w 76233"/>
                <a:gd name="csY0" fmla="*/ 590550 h 590550"/>
                <a:gd name="csX1" fmla="*/ 33 w 76233"/>
                <a:gd name="csY1" fmla="*/ 188595 h 590550"/>
                <a:gd name="csX2" fmla="*/ 76233 w 76233"/>
                <a:gd name="csY2" fmla="*/ 0 h 590550"/>
                <a:gd name="csX0" fmla="*/ 20780 w 82693"/>
                <a:gd name="csY0" fmla="*/ 473392 h 473392"/>
                <a:gd name="csX1" fmla="*/ 6493 w 82693"/>
                <a:gd name="csY1" fmla="*/ 188595 h 473392"/>
                <a:gd name="csX2" fmla="*/ 82693 w 82693"/>
                <a:gd name="csY2" fmla="*/ 0 h 473392"/>
                <a:gd name="csX0" fmla="*/ 0 w 76200"/>
                <a:gd name="csY0" fmla="*/ 188595 h 188595"/>
                <a:gd name="csX1" fmla="*/ 76200 w 76200"/>
                <a:gd name="csY1" fmla="*/ 0 h 188595"/>
                <a:gd name="csX0" fmla="*/ 0 w 91440"/>
                <a:gd name="csY0" fmla="*/ 323850 h 323850"/>
                <a:gd name="csX1" fmla="*/ 91440 w 91440"/>
                <a:gd name="csY1" fmla="*/ 0 h 323850"/>
                <a:gd name="csX0" fmla="*/ 463 w 91903"/>
                <a:gd name="csY0" fmla="*/ 323850 h 323850"/>
                <a:gd name="csX1" fmla="*/ 91903 w 91903"/>
                <a:gd name="csY1" fmla="*/ 0 h 32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1903" h="323850">
                  <a:moveTo>
                    <a:pt x="463" y="323850"/>
                  </a:moveTo>
                  <a:cubicBezTo>
                    <a:pt x="-5887" y="144462"/>
                    <a:pt x="54438" y="45085"/>
                    <a:pt x="91903" y="0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D063D8A4-2A0B-DBB0-8737-8C873AED67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7014" t="15142" r="27151" b="9967"/>
            <a:stretch>
              <a:fillRect/>
            </a:stretch>
          </p:blipFill>
          <p:spPr bwMode="auto">
            <a:xfrm rot="16200000">
              <a:off x="9957521" y="4521461"/>
              <a:ext cx="278547" cy="10319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D1FC284-7C9D-E3D2-F307-340E1860788F}"/>
                </a:ext>
              </a:extLst>
            </p:cNvPr>
            <p:cNvCxnSpPr>
              <a:cxnSpLocks/>
              <a:endCxn id="109" idx="1"/>
            </p:cNvCxnSpPr>
            <p:nvPr/>
          </p:nvCxnSpPr>
          <p:spPr>
            <a:xfrm flipH="1" flipV="1">
              <a:off x="10096795" y="4712330"/>
              <a:ext cx="16717" cy="8257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A1F3D5B-A27B-1522-08B3-3496FC9218EB}"/>
                </a:ext>
              </a:extLst>
            </p:cNvPr>
            <p:cNvCxnSpPr>
              <a:cxnSpLocks/>
              <a:stCxn id="109" idx="3"/>
            </p:cNvCxnSpPr>
            <p:nvPr/>
          </p:nvCxnSpPr>
          <p:spPr>
            <a:xfrm flipV="1">
              <a:off x="10096795" y="4331279"/>
              <a:ext cx="16717" cy="10250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398CD104-669A-D560-EF60-0353890F2396}"/>
                </a:ext>
              </a:extLst>
            </p:cNvPr>
            <p:cNvSpPr/>
            <p:nvPr/>
          </p:nvSpPr>
          <p:spPr>
            <a:xfrm rot="10451590">
              <a:off x="10320684" y="3523484"/>
              <a:ext cx="337617" cy="1258665"/>
            </a:xfrm>
            <a:custGeom>
              <a:avLst/>
              <a:gdLst>
                <a:gd name="csX0" fmla="*/ 68613 w 76233"/>
                <a:gd name="csY0" fmla="*/ 590550 h 590550"/>
                <a:gd name="csX1" fmla="*/ 33 w 76233"/>
                <a:gd name="csY1" fmla="*/ 188595 h 590550"/>
                <a:gd name="csX2" fmla="*/ 76233 w 76233"/>
                <a:gd name="csY2" fmla="*/ 0 h 590550"/>
                <a:gd name="csX0" fmla="*/ 159335 w 166955"/>
                <a:gd name="csY0" fmla="*/ 590550 h 590550"/>
                <a:gd name="csX1" fmla="*/ 9 w 166955"/>
                <a:gd name="csY1" fmla="*/ 101816 h 590550"/>
                <a:gd name="csX2" fmla="*/ 166955 w 166955"/>
                <a:gd name="csY2" fmla="*/ 0 h 590550"/>
                <a:gd name="csX0" fmla="*/ 153186 w 160806"/>
                <a:gd name="csY0" fmla="*/ 590550 h 590550"/>
                <a:gd name="csX1" fmla="*/ 11 w 160806"/>
                <a:gd name="csY1" fmla="*/ 107230 h 590550"/>
                <a:gd name="csX2" fmla="*/ 160806 w 160806"/>
                <a:gd name="csY2" fmla="*/ 0 h 590550"/>
                <a:gd name="csX0" fmla="*/ 153186 w 160806"/>
                <a:gd name="csY0" fmla="*/ 590752 h 590752"/>
                <a:gd name="csX1" fmla="*/ 11 w 160806"/>
                <a:gd name="csY1" fmla="*/ 107432 h 590752"/>
                <a:gd name="csX2" fmla="*/ 160806 w 160806"/>
                <a:gd name="csY2" fmla="*/ 202 h 590752"/>
                <a:gd name="csX0" fmla="*/ 480939 w 480939"/>
                <a:gd name="csY0" fmla="*/ 1143002 h 1143002"/>
                <a:gd name="csX1" fmla="*/ 3 w 480939"/>
                <a:gd name="csY1" fmla="*/ 107432 h 1143002"/>
                <a:gd name="csX2" fmla="*/ 160798 w 480939"/>
                <a:gd name="csY2" fmla="*/ 202 h 1143002"/>
                <a:gd name="csX0" fmla="*/ 480939 w 480939"/>
                <a:gd name="csY0" fmla="*/ 1143002 h 1143002"/>
                <a:gd name="csX1" fmla="*/ 3 w 480939"/>
                <a:gd name="csY1" fmla="*/ 107432 h 1143002"/>
                <a:gd name="csX2" fmla="*/ 160798 w 480939"/>
                <a:gd name="csY2" fmla="*/ 202 h 1143002"/>
                <a:gd name="csX0" fmla="*/ 480939 w 801689"/>
                <a:gd name="csY0" fmla="*/ 1259554 h 1259554"/>
                <a:gd name="csX1" fmla="*/ 3 w 801689"/>
                <a:gd name="csY1" fmla="*/ 223984 h 1259554"/>
                <a:gd name="csX2" fmla="*/ 801689 w 801689"/>
                <a:gd name="csY2" fmla="*/ 22 h 1259554"/>
                <a:gd name="csX0" fmla="*/ 478097 w 798847"/>
                <a:gd name="csY0" fmla="*/ 1259554 h 1259554"/>
                <a:gd name="csX1" fmla="*/ 4 w 798847"/>
                <a:gd name="csY1" fmla="*/ 224273 h 1259554"/>
                <a:gd name="csX2" fmla="*/ 798847 w 798847"/>
                <a:gd name="csY2" fmla="*/ 22 h 1259554"/>
                <a:gd name="csX0" fmla="*/ 474210 w 794960"/>
                <a:gd name="csY0" fmla="*/ 1259554 h 1259554"/>
                <a:gd name="csX1" fmla="*/ 4 w 794960"/>
                <a:gd name="csY1" fmla="*/ 223711 h 1259554"/>
                <a:gd name="csX2" fmla="*/ 794960 w 794960"/>
                <a:gd name="csY2" fmla="*/ 22 h 1259554"/>
                <a:gd name="csX0" fmla="*/ 0 w 320750"/>
                <a:gd name="csY0" fmla="*/ 1259532 h 1259532"/>
                <a:gd name="csX1" fmla="*/ 320750 w 320750"/>
                <a:gd name="csY1" fmla="*/ 0 h 1259532"/>
                <a:gd name="csX0" fmla="*/ 0 w 320750"/>
                <a:gd name="csY0" fmla="*/ 1259532 h 1259532"/>
                <a:gd name="csX1" fmla="*/ 320750 w 320750"/>
                <a:gd name="csY1" fmla="*/ 0 h 1259532"/>
                <a:gd name="csX0" fmla="*/ 0 w 329278"/>
                <a:gd name="csY0" fmla="*/ 1258665 h 1258665"/>
                <a:gd name="csX1" fmla="*/ 329278 w 329278"/>
                <a:gd name="csY1" fmla="*/ 0 h 1258665"/>
                <a:gd name="csX0" fmla="*/ 8339 w 337617"/>
                <a:gd name="csY0" fmla="*/ 1258665 h 1258665"/>
                <a:gd name="csX1" fmla="*/ 337617 w 337617"/>
                <a:gd name="csY1" fmla="*/ 0 h 12586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7617" h="1258665">
                  <a:moveTo>
                    <a:pt x="8339" y="1258665"/>
                  </a:moveTo>
                  <a:cubicBezTo>
                    <a:pt x="-40121" y="1086309"/>
                    <a:pt x="129547" y="96483"/>
                    <a:pt x="337617" y="0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97A02FD8-C780-15B6-69CA-23DFDF9E13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7012" t="15142" r="27153" b="6052"/>
            <a:stretch>
              <a:fillRect/>
            </a:stretch>
          </p:blipFill>
          <p:spPr bwMode="auto">
            <a:xfrm rot="16200000">
              <a:off x="9835359" y="4518767"/>
              <a:ext cx="278548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34F7716-1894-A790-B1E4-57317E3012CD}"/>
                </a:ext>
              </a:extLst>
            </p:cNvPr>
            <p:cNvCxnSpPr>
              <a:cxnSpLocks/>
              <a:endCxn id="115" idx="1"/>
            </p:cNvCxnSpPr>
            <p:nvPr/>
          </p:nvCxnSpPr>
          <p:spPr>
            <a:xfrm flipH="1" flipV="1">
              <a:off x="9974634" y="4712334"/>
              <a:ext cx="38350" cy="8534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55CD9A3D-AFEC-2158-6D2A-F62E8266B768}"/>
                </a:ext>
              </a:extLst>
            </p:cNvPr>
            <p:cNvCxnSpPr>
              <a:cxnSpLocks/>
              <a:stCxn id="115" idx="3"/>
            </p:cNvCxnSpPr>
            <p:nvPr/>
          </p:nvCxnSpPr>
          <p:spPr>
            <a:xfrm flipV="1">
              <a:off x="9974634" y="4334056"/>
              <a:ext cx="38350" cy="9973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EE2B5ED9-6292-FF3E-1353-23C8122A0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8359" t="13120" r="27193" b="178"/>
            <a:stretch>
              <a:fillRect/>
            </a:stretch>
          </p:blipFill>
          <p:spPr bwMode="auto">
            <a:xfrm rot="5400000" flipH="1">
              <a:off x="10099144" y="4507928"/>
              <a:ext cx="267758" cy="11946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657DF4B-73AB-F005-A228-01E1C8CDEAFA}"/>
                </a:ext>
              </a:extLst>
            </p:cNvPr>
            <p:cNvCxnSpPr>
              <a:cxnSpLocks/>
              <a:endCxn id="119" idx="1"/>
            </p:cNvCxnSpPr>
            <p:nvPr/>
          </p:nvCxnSpPr>
          <p:spPr>
            <a:xfrm flipV="1">
              <a:off x="10204180" y="4701539"/>
              <a:ext cx="28843" cy="9336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A13177A-4468-7441-F565-3032E73751D5}"/>
                </a:ext>
              </a:extLst>
            </p:cNvPr>
            <p:cNvCxnSpPr>
              <a:cxnSpLocks/>
              <a:stCxn id="119" idx="3"/>
            </p:cNvCxnSpPr>
            <p:nvPr/>
          </p:nvCxnSpPr>
          <p:spPr>
            <a:xfrm flipH="1" flipV="1">
              <a:off x="10202087" y="4331277"/>
              <a:ext cx="30936" cy="10250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3E4479B9-9AFA-9A32-B0A3-9E51765220BD}"/>
              </a:ext>
            </a:extLst>
          </p:cNvPr>
          <p:cNvSpPr txBox="1"/>
          <p:nvPr/>
        </p:nvSpPr>
        <p:spPr>
          <a:xfrm>
            <a:off x="9190680" y="3584892"/>
            <a:ext cx="381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(d)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D0EAC2B3-90D8-38B8-3778-9D926AA25D52}"/>
              </a:ext>
            </a:extLst>
          </p:cNvPr>
          <p:cNvGrpSpPr/>
          <p:nvPr/>
        </p:nvGrpSpPr>
        <p:grpSpPr>
          <a:xfrm>
            <a:off x="6696378" y="1737957"/>
            <a:ext cx="2316536" cy="1357574"/>
            <a:chOff x="6696378" y="1737957"/>
            <a:chExt cx="2316536" cy="1357574"/>
          </a:xfrm>
        </p:grpSpPr>
        <p:pic>
          <p:nvPicPr>
            <p:cNvPr id="10" name="breadboard" descr="A close-up of a white circuit board">
              <a:extLst>
                <a:ext uri="{FF2B5EF4-FFF2-40B4-BE49-F238E27FC236}">
                  <a16:creationId xmlns:a16="http://schemas.microsoft.com/office/drawing/2014/main" id="{2B4C6156-36C4-1794-58ED-DEB47CE5FF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4" t="19365" r="58258" b="21224"/>
            <a:stretch>
              <a:fillRect/>
            </a:stretch>
          </p:blipFill>
          <p:spPr bwMode="auto">
            <a:xfrm rot="5400000">
              <a:off x="7428728" y="1511345"/>
              <a:ext cx="1211302" cy="195707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D39C6C0-AE85-D777-186C-7767C252C2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4669" t="15141" r="23831" b="6054"/>
            <a:stretch>
              <a:fillRect/>
            </a:stretch>
          </p:blipFill>
          <p:spPr bwMode="auto">
            <a:xfrm rot="698585">
              <a:off x="7393716" y="2406711"/>
              <a:ext cx="322580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2227D37-DEEE-C26A-4AC9-E68539C727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4669" t="15141" r="23831" b="6054"/>
            <a:stretch>
              <a:fillRect/>
            </a:stretch>
          </p:blipFill>
          <p:spPr bwMode="auto">
            <a:xfrm rot="10800000">
              <a:off x="7876577" y="2954769"/>
              <a:ext cx="322580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C9575D7-BA81-36AC-15FA-35B52190CC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4669" t="15141" r="23831" b="6054"/>
            <a:stretch>
              <a:fillRect/>
            </a:stretch>
          </p:blipFill>
          <p:spPr bwMode="auto">
            <a:xfrm rot="16200000" flipH="1">
              <a:off x="7399411" y="2739185"/>
              <a:ext cx="322580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DCBC4A0-5D70-8ED8-2AB6-3AB88874B887}"/>
                </a:ext>
              </a:extLst>
            </p:cNvPr>
            <p:cNvSpPr txBox="1"/>
            <p:nvPr/>
          </p:nvSpPr>
          <p:spPr>
            <a:xfrm>
              <a:off x="6696378" y="1809155"/>
              <a:ext cx="381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(a)</a:t>
              </a: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B9613F3F-D8A5-1F2F-D9C4-A300D27AFF82}"/>
                </a:ext>
              </a:extLst>
            </p:cNvPr>
            <p:cNvSpPr/>
            <p:nvPr/>
          </p:nvSpPr>
          <p:spPr>
            <a:xfrm>
              <a:off x="7690484" y="2486979"/>
              <a:ext cx="56371" cy="106675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495" h="10275">
                  <a:moveTo>
                    <a:pt x="0" y="0"/>
                  </a:moveTo>
                  <a:cubicBezTo>
                    <a:pt x="38774" y="1100"/>
                    <a:pt x="19982" y="7156"/>
                    <a:pt x="10717" y="10275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7722618-A19C-F425-9D75-C87E99064C60}"/>
                </a:ext>
              </a:extLst>
            </p:cNvPr>
            <p:cNvSpPr/>
            <p:nvPr/>
          </p:nvSpPr>
          <p:spPr>
            <a:xfrm>
              <a:off x="8182924" y="2969894"/>
              <a:ext cx="85424" cy="34648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101633 w 108782"/>
                <a:gd name="csY0" fmla="*/ 7613 h 7688"/>
                <a:gd name="csX1" fmla="*/ 0 w 108782"/>
                <a:gd name="csY1" fmla="*/ 548 h 7688"/>
                <a:gd name="csX0" fmla="*/ 2628 w 3841"/>
                <a:gd name="csY0" fmla="*/ 0 h 5847"/>
                <a:gd name="csX1" fmla="*/ 0 w 3841"/>
                <a:gd name="csY1" fmla="*/ 5847 h 5847"/>
                <a:gd name="csX0" fmla="*/ 6842 w 10448"/>
                <a:gd name="csY0" fmla="*/ 0 h 10015"/>
                <a:gd name="csX1" fmla="*/ 0 w 10448"/>
                <a:gd name="csY1" fmla="*/ 10000 h 10015"/>
                <a:gd name="csX0" fmla="*/ 8077 w 11461"/>
                <a:gd name="csY0" fmla="*/ 0 h 7369"/>
                <a:gd name="csX1" fmla="*/ 0 w 11461"/>
                <a:gd name="csY1" fmla="*/ 7347 h 7369"/>
                <a:gd name="csX0" fmla="*/ 7047 w 7435"/>
                <a:gd name="csY0" fmla="*/ 0 h 10075"/>
                <a:gd name="csX1" fmla="*/ 0 w 7435"/>
                <a:gd name="csY1" fmla="*/ 9970 h 10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435" h="10075">
                  <a:moveTo>
                    <a:pt x="7047" y="0"/>
                  </a:moveTo>
                  <a:cubicBezTo>
                    <a:pt x="8761" y="9138"/>
                    <a:pt x="4505" y="10525"/>
                    <a:pt x="0" y="997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1422D4D-163D-6759-5862-0DA830079F54}"/>
                </a:ext>
              </a:extLst>
            </p:cNvPr>
            <p:cNvSpPr/>
            <p:nvPr/>
          </p:nvSpPr>
          <p:spPr>
            <a:xfrm rot="415802">
              <a:off x="7306461" y="1737957"/>
              <a:ext cx="367809" cy="384856"/>
            </a:xfrm>
            <a:custGeom>
              <a:avLst/>
              <a:gdLst>
                <a:gd name="csX0" fmla="*/ 68613 w 76233"/>
                <a:gd name="csY0" fmla="*/ 590550 h 590550"/>
                <a:gd name="csX1" fmla="*/ 33 w 76233"/>
                <a:gd name="csY1" fmla="*/ 188595 h 590550"/>
                <a:gd name="csX2" fmla="*/ 76233 w 76233"/>
                <a:gd name="csY2" fmla="*/ 0 h 590550"/>
                <a:gd name="csX0" fmla="*/ 2364 w 408399"/>
                <a:gd name="csY0" fmla="*/ 322977 h 322977"/>
                <a:gd name="csX1" fmla="*/ 332199 w 408399"/>
                <a:gd name="csY1" fmla="*/ 188595 h 322977"/>
                <a:gd name="csX2" fmla="*/ 408399 w 408399"/>
                <a:gd name="csY2" fmla="*/ 0 h 322977"/>
                <a:gd name="csX0" fmla="*/ 0 w 406035"/>
                <a:gd name="csY0" fmla="*/ 322977 h 322977"/>
                <a:gd name="csX1" fmla="*/ 406035 w 406035"/>
                <a:gd name="csY1" fmla="*/ 0 h 322977"/>
                <a:gd name="csX0" fmla="*/ 0 w 406035"/>
                <a:gd name="csY0" fmla="*/ 322977 h 322977"/>
                <a:gd name="csX1" fmla="*/ 406035 w 406035"/>
                <a:gd name="csY1" fmla="*/ 0 h 322977"/>
                <a:gd name="csX0" fmla="*/ 0 w 406564"/>
                <a:gd name="csY0" fmla="*/ 339672 h 339672"/>
                <a:gd name="csX1" fmla="*/ 406564 w 406564"/>
                <a:gd name="csY1" fmla="*/ 0 h 339672"/>
                <a:gd name="csX0" fmla="*/ 0 w 367809"/>
                <a:gd name="csY0" fmla="*/ 384856 h 384856"/>
                <a:gd name="csX1" fmla="*/ 367809 w 367809"/>
                <a:gd name="csY1" fmla="*/ 0 h 384856"/>
                <a:gd name="csX0" fmla="*/ 0 w 367809"/>
                <a:gd name="csY0" fmla="*/ 384856 h 384856"/>
                <a:gd name="csX1" fmla="*/ 367809 w 367809"/>
                <a:gd name="csY1" fmla="*/ 0 h 3848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7809" h="384856">
                  <a:moveTo>
                    <a:pt x="0" y="384856"/>
                  </a:moveTo>
                  <a:cubicBezTo>
                    <a:pt x="209943" y="343611"/>
                    <a:pt x="330319" y="144380"/>
                    <a:pt x="367809" y="0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34E93ED-38C4-22A6-BF1D-BEEA85413821}"/>
                </a:ext>
              </a:extLst>
            </p:cNvPr>
            <p:cNvSpPr/>
            <p:nvPr/>
          </p:nvSpPr>
          <p:spPr>
            <a:xfrm rot="10867392">
              <a:off x="7832040" y="1743805"/>
              <a:ext cx="567827" cy="1217467"/>
            </a:xfrm>
            <a:custGeom>
              <a:avLst/>
              <a:gdLst>
                <a:gd name="csX0" fmla="*/ 68613 w 76233"/>
                <a:gd name="csY0" fmla="*/ 590550 h 590550"/>
                <a:gd name="csX1" fmla="*/ 33 w 76233"/>
                <a:gd name="csY1" fmla="*/ 188595 h 590550"/>
                <a:gd name="csX2" fmla="*/ 76233 w 76233"/>
                <a:gd name="csY2" fmla="*/ 0 h 590550"/>
                <a:gd name="csX0" fmla="*/ 159335 w 166955"/>
                <a:gd name="csY0" fmla="*/ 590550 h 590550"/>
                <a:gd name="csX1" fmla="*/ 9 w 166955"/>
                <a:gd name="csY1" fmla="*/ 101816 h 590550"/>
                <a:gd name="csX2" fmla="*/ 166955 w 166955"/>
                <a:gd name="csY2" fmla="*/ 0 h 590550"/>
                <a:gd name="csX0" fmla="*/ 153186 w 160806"/>
                <a:gd name="csY0" fmla="*/ 590550 h 590550"/>
                <a:gd name="csX1" fmla="*/ 11 w 160806"/>
                <a:gd name="csY1" fmla="*/ 107230 h 590550"/>
                <a:gd name="csX2" fmla="*/ 160806 w 160806"/>
                <a:gd name="csY2" fmla="*/ 0 h 590550"/>
                <a:gd name="csX0" fmla="*/ 153186 w 160806"/>
                <a:gd name="csY0" fmla="*/ 590752 h 590752"/>
                <a:gd name="csX1" fmla="*/ 11 w 160806"/>
                <a:gd name="csY1" fmla="*/ 107432 h 590752"/>
                <a:gd name="csX2" fmla="*/ 160806 w 160806"/>
                <a:gd name="csY2" fmla="*/ 202 h 590752"/>
                <a:gd name="csX0" fmla="*/ 480939 w 480939"/>
                <a:gd name="csY0" fmla="*/ 1143002 h 1143002"/>
                <a:gd name="csX1" fmla="*/ 3 w 480939"/>
                <a:gd name="csY1" fmla="*/ 107432 h 1143002"/>
                <a:gd name="csX2" fmla="*/ 160798 w 480939"/>
                <a:gd name="csY2" fmla="*/ 202 h 1143002"/>
                <a:gd name="csX0" fmla="*/ 480939 w 480939"/>
                <a:gd name="csY0" fmla="*/ 1143002 h 1143002"/>
                <a:gd name="csX1" fmla="*/ 3 w 480939"/>
                <a:gd name="csY1" fmla="*/ 107432 h 1143002"/>
                <a:gd name="csX2" fmla="*/ 160798 w 480939"/>
                <a:gd name="csY2" fmla="*/ 202 h 1143002"/>
                <a:gd name="csX0" fmla="*/ 352211 w 352211"/>
                <a:gd name="csY0" fmla="*/ 1142809 h 1142809"/>
                <a:gd name="csX1" fmla="*/ 22998 w 352211"/>
                <a:gd name="csY1" fmla="*/ 459932 h 1142809"/>
                <a:gd name="csX2" fmla="*/ 32070 w 352211"/>
                <a:gd name="csY2" fmla="*/ 9 h 1142809"/>
                <a:gd name="csX0" fmla="*/ 459603 w 459603"/>
                <a:gd name="csY0" fmla="*/ 1142811 h 1142811"/>
                <a:gd name="csX1" fmla="*/ 3 w 459603"/>
                <a:gd name="csY1" fmla="*/ 353249 h 1142811"/>
                <a:gd name="csX2" fmla="*/ 139462 w 459603"/>
                <a:gd name="csY2" fmla="*/ 11 h 1142811"/>
                <a:gd name="csX0" fmla="*/ 320141 w 320141"/>
                <a:gd name="csY0" fmla="*/ 1142800 h 1142800"/>
                <a:gd name="csX1" fmla="*/ 0 w 320141"/>
                <a:gd name="csY1" fmla="*/ 0 h 1142800"/>
                <a:gd name="csX0" fmla="*/ 373792 w 373792"/>
                <a:gd name="csY0" fmla="*/ 1142800 h 1142800"/>
                <a:gd name="csX1" fmla="*/ 53651 w 373792"/>
                <a:gd name="csY1" fmla="*/ 0 h 1142800"/>
                <a:gd name="csX0" fmla="*/ 567827 w 567827"/>
                <a:gd name="csY0" fmla="*/ 1217467 h 1217467"/>
                <a:gd name="csX1" fmla="*/ 39173 w 567827"/>
                <a:gd name="csY1" fmla="*/ 0 h 1217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67827" h="1217467">
                  <a:moveTo>
                    <a:pt x="567827" y="1217467"/>
                  </a:moveTo>
                  <a:cubicBezTo>
                    <a:pt x="461113" y="836534"/>
                    <a:pt x="-160224" y="187506"/>
                    <a:pt x="39173" y="0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A83F1EF-CE2D-8890-B45C-2F0EDA335202}"/>
                </a:ext>
              </a:extLst>
            </p:cNvPr>
            <p:cNvSpPr/>
            <p:nvPr/>
          </p:nvSpPr>
          <p:spPr>
            <a:xfrm flipH="1">
              <a:off x="7277872" y="2420021"/>
              <a:ext cx="135257" cy="39525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26170"/>
                <a:gd name="csY0" fmla="*/ 0 h 9816"/>
                <a:gd name="csX1" fmla="*/ 16275 w 26170"/>
                <a:gd name="csY1" fmla="*/ 9816 h 9816"/>
                <a:gd name="csX0" fmla="*/ 0 w 8780"/>
                <a:gd name="csY0" fmla="*/ 352 h 10352"/>
                <a:gd name="csX1" fmla="*/ 6219 w 8780"/>
                <a:gd name="csY1" fmla="*/ 10352 h 10352"/>
                <a:gd name="csX0" fmla="*/ 0 w 25174"/>
                <a:gd name="csY0" fmla="*/ 931 h 3729"/>
                <a:gd name="csX1" fmla="*/ 24534 w 25174"/>
                <a:gd name="csY1" fmla="*/ 3729 h 3729"/>
                <a:gd name="csX0" fmla="*/ 0 w 9746"/>
                <a:gd name="csY0" fmla="*/ 2544 h 10047"/>
                <a:gd name="csX1" fmla="*/ 9746 w 9746"/>
                <a:gd name="csY1" fmla="*/ 10047 h 10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746" h="10047">
                  <a:moveTo>
                    <a:pt x="0" y="2544"/>
                  </a:moveTo>
                  <a:cubicBezTo>
                    <a:pt x="5056" y="-3270"/>
                    <a:pt x="7504" y="1575"/>
                    <a:pt x="9746" y="10047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42C1C9C-63C9-9072-EB66-A65FEC9D3A8A}"/>
                </a:ext>
              </a:extLst>
            </p:cNvPr>
            <p:cNvSpPr/>
            <p:nvPr/>
          </p:nvSpPr>
          <p:spPr>
            <a:xfrm>
              <a:off x="7560940" y="2602231"/>
              <a:ext cx="74303" cy="42857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98122"/>
                <a:gd name="csY0" fmla="*/ 0 h 13853"/>
                <a:gd name="csX1" fmla="*/ 97262 w 98122"/>
                <a:gd name="csY1" fmla="*/ 13853 h 13853"/>
                <a:gd name="csX0" fmla="*/ 30967 w 43814"/>
                <a:gd name="csY0" fmla="*/ 0 h 4128"/>
                <a:gd name="csX1" fmla="*/ 0 w 43814"/>
                <a:gd name="csY1" fmla="*/ 4128 h 4128"/>
                <a:gd name="csX0" fmla="*/ 7068 w 9954"/>
                <a:gd name="csY0" fmla="*/ 0 h 10000"/>
                <a:gd name="csX1" fmla="*/ 0 w 9954"/>
                <a:gd name="csY1" fmla="*/ 10000 h 10000"/>
                <a:gd name="csX0" fmla="*/ 7101 w 7101"/>
                <a:gd name="csY0" fmla="*/ 0 h 10000"/>
                <a:gd name="csX1" fmla="*/ 0 w 7101"/>
                <a:gd name="csY1" fmla="*/ 10000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01" h="10000">
                  <a:moveTo>
                    <a:pt x="7101" y="0"/>
                  </a:moveTo>
                  <a:cubicBezTo>
                    <a:pt x="4613" y="887"/>
                    <a:pt x="1761" y="1110"/>
                    <a:pt x="0" y="1000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637DE86-F13C-EE03-2CE7-ED586ECC742B}"/>
                </a:ext>
              </a:extLst>
            </p:cNvPr>
            <p:cNvSpPr/>
            <p:nvPr/>
          </p:nvSpPr>
          <p:spPr>
            <a:xfrm>
              <a:off x="7554275" y="2932749"/>
              <a:ext cx="72388" cy="39250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194901"/>
                <a:gd name="csY0" fmla="*/ 4067 h 4177"/>
                <a:gd name="csX1" fmla="*/ 194526 w 194901"/>
                <a:gd name="csY1" fmla="*/ 764 h 4177"/>
                <a:gd name="csX0" fmla="*/ 0 w 1800"/>
                <a:gd name="csY0" fmla="*/ 0 h 8785"/>
                <a:gd name="csX1" fmla="*/ 1548 w 1800"/>
                <a:gd name="csY1" fmla="*/ 8785 h 8785"/>
                <a:gd name="csX0" fmla="*/ 0 w 8600"/>
                <a:gd name="csY0" fmla="*/ 0 h 10128"/>
                <a:gd name="csX1" fmla="*/ 8600 w 8600"/>
                <a:gd name="csY1" fmla="*/ 10000 h 10128"/>
                <a:gd name="csX0" fmla="*/ 0 w 10000"/>
                <a:gd name="csY0" fmla="*/ 0 h 10172"/>
                <a:gd name="csX1" fmla="*/ 10000 w 10000"/>
                <a:gd name="csY1" fmla="*/ 9874 h 10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00" h="10172">
                  <a:moveTo>
                    <a:pt x="0" y="0"/>
                  </a:moveTo>
                  <a:cubicBezTo>
                    <a:pt x="875" y="8637"/>
                    <a:pt x="7016" y="11109"/>
                    <a:pt x="10000" y="9874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E2A57691-4240-F26E-73B3-F716C1E69235}"/>
                </a:ext>
              </a:extLst>
            </p:cNvPr>
            <p:cNvSpPr/>
            <p:nvPr/>
          </p:nvSpPr>
          <p:spPr>
            <a:xfrm>
              <a:off x="7808989" y="2963220"/>
              <a:ext cx="86284" cy="52666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116610"/>
                <a:gd name="csY0" fmla="*/ 0 h 3945"/>
                <a:gd name="csX1" fmla="*/ 115920 w 116610"/>
                <a:gd name="csY1" fmla="*/ 3945 h 3945"/>
                <a:gd name="csX0" fmla="*/ 3064 w 4109"/>
                <a:gd name="csY0" fmla="*/ 13114 h 13359"/>
                <a:gd name="csX1" fmla="*/ 0 w 4109"/>
                <a:gd name="csY1" fmla="*/ 1718 h 13359"/>
                <a:gd name="csX0" fmla="*/ 7457 w 7457"/>
                <a:gd name="csY0" fmla="*/ 9871 h 9938"/>
                <a:gd name="csX1" fmla="*/ 0 w 7457"/>
                <a:gd name="csY1" fmla="*/ 1340 h 9938"/>
                <a:gd name="csX0" fmla="*/ 10065 w 10065"/>
                <a:gd name="csY0" fmla="*/ 8585 h 9686"/>
                <a:gd name="csX1" fmla="*/ 65 w 10065"/>
                <a:gd name="csY1" fmla="*/ 0 h 96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5" h="9686">
                  <a:moveTo>
                    <a:pt x="10065" y="8585"/>
                  </a:moveTo>
                  <a:cubicBezTo>
                    <a:pt x="5028" y="9809"/>
                    <a:pt x="-677" y="12439"/>
                    <a:pt x="65" y="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E83D355-A8E4-B3DE-1C93-CBCE90AC3479}"/>
              </a:ext>
            </a:extLst>
          </p:cNvPr>
          <p:cNvGrpSpPr/>
          <p:nvPr/>
        </p:nvGrpSpPr>
        <p:grpSpPr>
          <a:xfrm>
            <a:off x="6713255" y="3465842"/>
            <a:ext cx="2321194" cy="1376671"/>
            <a:chOff x="6713255" y="3465842"/>
            <a:chExt cx="2321194" cy="1376671"/>
          </a:xfrm>
        </p:grpSpPr>
        <p:pic>
          <p:nvPicPr>
            <p:cNvPr id="57" name="breadboard" descr="A close-up of a white circuit board">
              <a:extLst>
                <a:ext uri="{FF2B5EF4-FFF2-40B4-BE49-F238E27FC236}">
                  <a16:creationId xmlns:a16="http://schemas.microsoft.com/office/drawing/2014/main" id="{00A9F62A-1E17-D482-3052-002CA76CF1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4" t="19365" r="57968" b="21224"/>
            <a:stretch>
              <a:fillRect/>
            </a:stretch>
          </p:blipFill>
          <p:spPr bwMode="auto">
            <a:xfrm rot="5400000">
              <a:off x="7445509" y="3253574"/>
              <a:ext cx="1220809" cy="195707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8AF7CD7-5D1D-0FE7-7703-89BC3A0975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4669" t="15141" r="23831" b="6054"/>
            <a:stretch>
              <a:fillRect/>
            </a:stretch>
          </p:blipFill>
          <p:spPr bwMode="auto">
            <a:xfrm rot="10800000">
              <a:off x="7838967" y="4626364"/>
              <a:ext cx="322580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F5EB535E-CC9F-833C-D782-5E081270D0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4669" t="15141" r="23831" b="6054"/>
            <a:stretch>
              <a:fillRect/>
            </a:stretch>
          </p:blipFill>
          <p:spPr bwMode="auto">
            <a:xfrm rot="16200000">
              <a:off x="7443458" y="4241374"/>
              <a:ext cx="322580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512AAB3-6106-3BFD-C56C-195678E569CF}"/>
                </a:ext>
              </a:extLst>
            </p:cNvPr>
            <p:cNvGrpSpPr/>
            <p:nvPr/>
          </p:nvGrpSpPr>
          <p:grpSpPr>
            <a:xfrm rot="16200000">
              <a:off x="8265793" y="4352381"/>
              <a:ext cx="194768" cy="322580"/>
              <a:chOff x="3770108" y="4340401"/>
              <a:chExt cx="194768" cy="322580"/>
            </a:xfrm>
          </p:grpSpPr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936AD2B0-928D-0976-7F16-3739801764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rcRect l="34669" t="15141" r="23831" b="6054"/>
              <a:stretch>
                <a:fillRect/>
              </a:stretch>
            </p:blipFill>
            <p:spPr bwMode="auto">
              <a:xfrm rot="5400000">
                <a:off x="3749294" y="4447398"/>
                <a:ext cx="322580" cy="108585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BB992645-2988-C690-F056-8FB621C72844}"/>
                  </a:ext>
                </a:extLst>
              </p:cNvPr>
              <p:cNvCxnSpPr>
                <a:cxnSpLocks/>
                <a:endCxn id="67" idx="1"/>
              </p:cNvCxnSpPr>
              <p:nvPr/>
            </p:nvCxnSpPr>
            <p:spPr>
              <a:xfrm flipV="1">
                <a:off x="3770108" y="4340402"/>
                <a:ext cx="140475" cy="78518"/>
              </a:xfrm>
              <a:prstGeom prst="curvedConnector4">
                <a:avLst>
                  <a:gd name="adj1" fmla="val 30675"/>
                  <a:gd name="adj2" fmla="val 15095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76FC8E96-3D89-21BE-0C09-2CA60887BD1D}"/>
                  </a:ext>
                </a:extLst>
              </p:cNvPr>
              <p:cNvCxnSpPr>
                <a:cxnSpLocks/>
                <a:stCxn id="67" idx="3"/>
              </p:cNvCxnSpPr>
              <p:nvPr/>
            </p:nvCxnSpPr>
            <p:spPr>
              <a:xfrm rot="5400000" flipH="1">
                <a:off x="3809754" y="4562152"/>
                <a:ext cx="61183" cy="140476"/>
              </a:xfrm>
              <a:prstGeom prst="curvedConnector4">
                <a:avLst>
                  <a:gd name="adj1" fmla="val -121431"/>
                  <a:gd name="adj2" fmla="val 69324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2ADD00A-93CA-B9FD-10B9-682C95417363}"/>
                </a:ext>
              </a:extLst>
            </p:cNvPr>
            <p:cNvSpPr/>
            <p:nvPr/>
          </p:nvSpPr>
          <p:spPr>
            <a:xfrm>
              <a:off x="7759302" y="3465842"/>
              <a:ext cx="76233" cy="590550"/>
            </a:xfrm>
            <a:custGeom>
              <a:avLst/>
              <a:gdLst>
                <a:gd name="csX0" fmla="*/ 68613 w 76233"/>
                <a:gd name="csY0" fmla="*/ 590550 h 590550"/>
                <a:gd name="csX1" fmla="*/ 33 w 76233"/>
                <a:gd name="csY1" fmla="*/ 188595 h 590550"/>
                <a:gd name="csX2" fmla="*/ 76233 w 76233"/>
                <a:gd name="csY2" fmla="*/ 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6233" h="590550">
                  <a:moveTo>
                    <a:pt x="68613" y="590550"/>
                  </a:moveTo>
                  <a:cubicBezTo>
                    <a:pt x="33688" y="438785"/>
                    <a:pt x="-1237" y="287020"/>
                    <a:pt x="33" y="188595"/>
                  </a:cubicBezTo>
                  <a:cubicBezTo>
                    <a:pt x="1303" y="90170"/>
                    <a:pt x="38768" y="45085"/>
                    <a:pt x="76233" y="0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98EB52D-EAD2-1134-E204-372F6E5574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4669" t="15141" r="23831" b="6054"/>
            <a:stretch>
              <a:fillRect/>
            </a:stretch>
          </p:blipFill>
          <p:spPr bwMode="auto">
            <a:xfrm rot="16200000">
              <a:off x="7543719" y="4244763"/>
              <a:ext cx="322580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928B286-EF6E-D9D2-1EA2-9D510D8C7527}"/>
                </a:ext>
              </a:extLst>
            </p:cNvPr>
            <p:cNvSpPr/>
            <p:nvPr/>
          </p:nvSpPr>
          <p:spPr>
            <a:xfrm>
              <a:off x="7759250" y="4519614"/>
              <a:ext cx="93482" cy="165735"/>
            </a:xfrm>
            <a:custGeom>
              <a:avLst/>
              <a:gdLst>
                <a:gd name="csX0" fmla="*/ 110561 w 110561"/>
                <a:gd name="csY0" fmla="*/ 163830 h 163830"/>
                <a:gd name="csX1" fmla="*/ 71 w 110561"/>
                <a:gd name="csY1" fmla="*/ 115252 h 163830"/>
                <a:gd name="csX2" fmla="*/ 97226 w 110561"/>
                <a:gd name="csY2" fmla="*/ 0 h 163830"/>
                <a:gd name="csX0" fmla="*/ 118181 w 118181"/>
                <a:gd name="csY0" fmla="*/ 165735 h 165735"/>
                <a:gd name="csX1" fmla="*/ 71 w 118181"/>
                <a:gd name="csY1" fmla="*/ 115252 h 165735"/>
                <a:gd name="csX2" fmla="*/ 97226 w 118181"/>
                <a:gd name="csY2" fmla="*/ 0 h 165735"/>
                <a:gd name="csX0" fmla="*/ 93482 w 93482"/>
                <a:gd name="csY0" fmla="*/ 165735 h 165735"/>
                <a:gd name="csX1" fmla="*/ 137 w 93482"/>
                <a:gd name="csY1" fmla="*/ 110490 h 165735"/>
                <a:gd name="csX2" fmla="*/ 72527 w 93482"/>
                <a:gd name="csY2" fmla="*/ 0 h 165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3482" h="165735">
                  <a:moveTo>
                    <a:pt x="93482" y="165735"/>
                  </a:moveTo>
                  <a:cubicBezTo>
                    <a:pt x="39348" y="155098"/>
                    <a:pt x="2360" y="137795"/>
                    <a:pt x="137" y="110490"/>
                  </a:cubicBezTo>
                  <a:cubicBezTo>
                    <a:pt x="-2086" y="83185"/>
                    <a:pt x="22838" y="43973"/>
                    <a:pt x="72527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F0EF92A-578E-2C6F-46F6-9465E47A2E11}"/>
                </a:ext>
              </a:extLst>
            </p:cNvPr>
            <p:cNvSpPr/>
            <p:nvPr/>
          </p:nvSpPr>
          <p:spPr>
            <a:xfrm rot="10451590">
              <a:off x="8181506" y="3483217"/>
              <a:ext cx="480939" cy="1143002"/>
            </a:xfrm>
            <a:custGeom>
              <a:avLst/>
              <a:gdLst>
                <a:gd name="csX0" fmla="*/ 68613 w 76233"/>
                <a:gd name="csY0" fmla="*/ 590550 h 590550"/>
                <a:gd name="csX1" fmla="*/ 33 w 76233"/>
                <a:gd name="csY1" fmla="*/ 188595 h 590550"/>
                <a:gd name="csX2" fmla="*/ 76233 w 76233"/>
                <a:gd name="csY2" fmla="*/ 0 h 590550"/>
                <a:gd name="csX0" fmla="*/ 159335 w 166955"/>
                <a:gd name="csY0" fmla="*/ 590550 h 590550"/>
                <a:gd name="csX1" fmla="*/ 9 w 166955"/>
                <a:gd name="csY1" fmla="*/ 101816 h 590550"/>
                <a:gd name="csX2" fmla="*/ 166955 w 166955"/>
                <a:gd name="csY2" fmla="*/ 0 h 590550"/>
                <a:gd name="csX0" fmla="*/ 153186 w 160806"/>
                <a:gd name="csY0" fmla="*/ 590550 h 590550"/>
                <a:gd name="csX1" fmla="*/ 11 w 160806"/>
                <a:gd name="csY1" fmla="*/ 107230 h 590550"/>
                <a:gd name="csX2" fmla="*/ 160806 w 160806"/>
                <a:gd name="csY2" fmla="*/ 0 h 590550"/>
                <a:gd name="csX0" fmla="*/ 153186 w 160806"/>
                <a:gd name="csY0" fmla="*/ 590752 h 590752"/>
                <a:gd name="csX1" fmla="*/ 11 w 160806"/>
                <a:gd name="csY1" fmla="*/ 107432 h 590752"/>
                <a:gd name="csX2" fmla="*/ 160806 w 160806"/>
                <a:gd name="csY2" fmla="*/ 202 h 590752"/>
                <a:gd name="csX0" fmla="*/ 480939 w 480939"/>
                <a:gd name="csY0" fmla="*/ 1143002 h 1143002"/>
                <a:gd name="csX1" fmla="*/ 3 w 480939"/>
                <a:gd name="csY1" fmla="*/ 107432 h 1143002"/>
                <a:gd name="csX2" fmla="*/ 160798 w 480939"/>
                <a:gd name="csY2" fmla="*/ 202 h 1143002"/>
                <a:gd name="csX0" fmla="*/ 480939 w 480939"/>
                <a:gd name="csY0" fmla="*/ 1143002 h 1143002"/>
                <a:gd name="csX1" fmla="*/ 3 w 480939"/>
                <a:gd name="csY1" fmla="*/ 107432 h 1143002"/>
                <a:gd name="csX2" fmla="*/ 160798 w 480939"/>
                <a:gd name="csY2" fmla="*/ 202 h 1143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80939" h="1143002">
                  <a:moveTo>
                    <a:pt x="480939" y="1143002"/>
                  </a:moveTo>
                  <a:cubicBezTo>
                    <a:pt x="348394" y="1047370"/>
                    <a:pt x="-1267" y="205857"/>
                    <a:pt x="3" y="107432"/>
                  </a:cubicBezTo>
                  <a:cubicBezTo>
                    <a:pt x="1273" y="9007"/>
                    <a:pt x="93652" y="-1772"/>
                    <a:pt x="160798" y="202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816D132-B2E5-C060-A40E-7C24D840A7C9}"/>
                </a:ext>
              </a:extLst>
            </p:cNvPr>
            <p:cNvSpPr txBox="1"/>
            <p:nvPr/>
          </p:nvSpPr>
          <p:spPr>
            <a:xfrm>
              <a:off x="6713255" y="3584892"/>
              <a:ext cx="381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(c)</a:t>
              </a: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A20FA8F-40EB-BC43-00CE-D864DD96BB11}"/>
                </a:ext>
              </a:extLst>
            </p:cNvPr>
            <p:cNvSpPr/>
            <p:nvPr/>
          </p:nvSpPr>
          <p:spPr>
            <a:xfrm>
              <a:off x="7597353" y="4063783"/>
              <a:ext cx="50476" cy="90492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148590"/>
                <a:gd name="csY0" fmla="*/ 17922 h 17962"/>
                <a:gd name="csX1" fmla="*/ 148077 w 148590"/>
                <a:gd name="csY1" fmla="*/ 306 h 17962"/>
                <a:gd name="csX0" fmla="*/ 0 w 27023"/>
                <a:gd name="csY0" fmla="*/ 8937 h 9004"/>
                <a:gd name="csX1" fmla="*/ 17863 w 27023"/>
                <a:gd name="csY1" fmla="*/ 496 h 9004"/>
                <a:gd name="csX0" fmla="*/ 0 w 7337"/>
                <a:gd name="csY0" fmla="*/ 10302 h 10302"/>
                <a:gd name="csX1" fmla="*/ 6610 w 7337"/>
                <a:gd name="csY1" fmla="*/ 927 h 10302"/>
                <a:gd name="csX0" fmla="*/ 0 w 9009"/>
                <a:gd name="csY0" fmla="*/ 9100 h 9100"/>
                <a:gd name="csX1" fmla="*/ 9009 w 9009"/>
                <a:gd name="csY1" fmla="*/ 0 h 9100"/>
                <a:gd name="csX0" fmla="*/ 0 w 11778"/>
                <a:gd name="csY0" fmla="*/ 10326 h 10326"/>
                <a:gd name="csX1" fmla="*/ 11778 w 11778"/>
                <a:gd name="csY1" fmla="*/ 0 h 1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778" h="10326">
                  <a:moveTo>
                    <a:pt x="0" y="10326"/>
                  </a:moveTo>
                  <a:cubicBezTo>
                    <a:pt x="372" y="4019"/>
                    <a:pt x="1185" y="1087"/>
                    <a:pt x="11778" y="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9A0C12A-C6DA-E8D9-6400-5C524D3AC185}"/>
                </a:ext>
              </a:extLst>
            </p:cNvPr>
            <p:cNvSpPr/>
            <p:nvPr/>
          </p:nvSpPr>
          <p:spPr>
            <a:xfrm>
              <a:off x="8142516" y="4611464"/>
              <a:ext cx="77737" cy="69903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23322"/>
                <a:gd name="csY0" fmla="*/ 0 h 9633"/>
                <a:gd name="csX1" fmla="*/ 10320 w 23322"/>
                <a:gd name="csY1" fmla="*/ 9633 h 9633"/>
                <a:gd name="csX0" fmla="*/ 0 w 11088"/>
                <a:gd name="csY0" fmla="*/ 0 h 10017"/>
                <a:gd name="csX1" fmla="*/ 4425 w 11088"/>
                <a:gd name="csY1" fmla="*/ 10000 h 10017"/>
                <a:gd name="csX0" fmla="*/ 10555 w 16967"/>
                <a:gd name="csY0" fmla="*/ 0 h 6977"/>
                <a:gd name="csX1" fmla="*/ 0 w 16967"/>
                <a:gd name="csY1" fmla="*/ 6952 h 6977"/>
                <a:gd name="csX0" fmla="*/ 6221 w 8188"/>
                <a:gd name="csY0" fmla="*/ 0 h 10018"/>
                <a:gd name="csX1" fmla="*/ 0 w 8188"/>
                <a:gd name="csY1" fmla="*/ 9964 h 100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188" h="10018">
                  <a:moveTo>
                    <a:pt x="6221" y="0"/>
                  </a:moveTo>
                  <a:cubicBezTo>
                    <a:pt x="11806" y="4777"/>
                    <a:pt x="4147" y="10646"/>
                    <a:pt x="0" y="9964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9A89DE0-9AED-D2EF-FC60-028AF1241108}"/>
                </a:ext>
              </a:extLst>
            </p:cNvPr>
            <p:cNvSpPr/>
            <p:nvPr/>
          </p:nvSpPr>
          <p:spPr>
            <a:xfrm>
              <a:off x="7703893" y="4062819"/>
              <a:ext cx="34075" cy="98116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148590"/>
                <a:gd name="csY0" fmla="*/ 17922 h 17962"/>
                <a:gd name="csX1" fmla="*/ 148077 w 148590"/>
                <a:gd name="csY1" fmla="*/ 306 h 17962"/>
                <a:gd name="csX0" fmla="*/ 0 w 27023"/>
                <a:gd name="csY0" fmla="*/ 8937 h 9004"/>
                <a:gd name="csX1" fmla="*/ 17863 w 27023"/>
                <a:gd name="csY1" fmla="*/ 496 h 9004"/>
                <a:gd name="csX0" fmla="*/ 0 w 7337"/>
                <a:gd name="csY0" fmla="*/ 10302 h 10302"/>
                <a:gd name="csX1" fmla="*/ 6610 w 7337"/>
                <a:gd name="csY1" fmla="*/ 927 h 10302"/>
                <a:gd name="csX0" fmla="*/ 0 w 9009"/>
                <a:gd name="csY0" fmla="*/ 9100 h 9100"/>
                <a:gd name="csX1" fmla="*/ 9009 w 9009"/>
                <a:gd name="csY1" fmla="*/ 0 h 9100"/>
                <a:gd name="csX0" fmla="*/ 0 w 11778"/>
                <a:gd name="csY0" fmla="*/ 10326 h 10326"/>
                <a:gd name="csX1" fmla="*/ 11778 w 11778"/>
                <a:gd name="csY1" fmla="*/ 0 h 10326"/>
                <a:gd name="csX0" fmla="*/ 174 w 7951"/>
                <a:gd name="csY0" fmla="*/ 11196 h 11196"/>
                <a:gd name="csX1" fmla="*/ 7951 w 7951"/>
                <a:gd name="csY1" fmla="*/ 0 h 11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951" h="11196">
                  <a:moveTo>
                    <a:pt x="174" y="11196"/>
                  </a:moveTo>
                  <a:cubicBezTo>
                    <a:pt x="546" y="4889"/>
                    <a:pt x="-2642" y="1087"/>
                    <a:pt x="7951" y="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D022D4F-5491-4DD1-C89F-0605CCC8E0CD}"/>
                </a:ext>
              </a:extLst>
            </p:cNvPr>
            <p:cNvSpPr/>
            <p:nvPr/>
          </p:nvSpPr>
          <p:spPr>
            <a:xfrm flipV="1">
              <a:off x="7598920" y="4434751"/>
              <a:ext cx="50476" cy="90492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148590"/>
                <a:gd name="csY0" fmla="*/ 17922 h 17962"/>
                <a:gd name="csX1" fmla="*/ 148077 w 148590"/>
                <a:gd name="csY1" fmla="*/ 306 h 17962"/>
                <a:gd name="csX0" fmla="*/ 0 w 27023"/>
                <a:gd name="csY0" fmla="*/ 8937 h 9004"/>
                <a:gd name="csX1" fmla="*/ 17863 w 27023"/>
                <a:gd name="csY1" fmla="*/ 496 h 9004"/>
                <a:gd name="csX0" fmla="*/ 0 w 7337"/>
                <a:gd name="csY0" fmla="*/ 10302 h 10302"/>
                <a:gd name="csX1" fmla="*/ 6610 w 7337"/>
                <a:gd name="csY1" fmla="*/ 927 h 10302"/>
                <a:gd name="csX0" fmla="*/ 0 w 9009"/>
                <a:gd name="csY0" fmla="*/ 9100 h 9100"/>
                <a:gd name="csX1" fmla="*/ 9009 w 9009"/>
                <a:gd name="csY1" fmla="*/ 0 h 9100"/>
                <a:gd name="csX0" fmla="*/ 0 w 11778"/>
                <a:gd name="csY0" fmla="*/ 10326 h 10326"/>
                <a:gd name="csX1" fmla="*/ 11778 w 11778"/>
                <a:gd name="csY1" fmla="*/ 0 h 10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778" h="10326">
                  <a:moveTo>
                    <a:pt x="0" y="10326"/>
                  </a:moveTo>
                  <a:cubicBezTo>
                    <a:pt x="372" y="4019"/>
                    <a:pt x="1185" y="1087"/>
                    <a:pt x="11778" y="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D301880-921B-1F71-9C30-D9C28BD2E9D8}"/>
                </a:ext>
              </a:extLst>
            </p:cNvPr>
            <p:cNvSpPr/>
            <p:nvPr/>
          </p:nvSpPr>
          <p:spPr>
            <a:xfrm flipV="1">
              <a:off x="7704546" y="4433786"/>
              <a:ext cx="32133" cy="88589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148590"/>
                <a:gd name="csY0" fmla="*/ 17922 h 17962"/>
                <a:gd name="csX1" fmla="*/ 148077 w 148590"/>
                <a:gd name="csY1" fmla="*/ 306 h 17962"/>
                <a:gd name="csX0" fmla="*/ 0 w 27023"/>
                <a:gd name="csY0" fmla="*/ 8937 h 9004"/>
                <a:gd name="csX1" fmla="*/ 17863 w 27023"/>
                <a:gd name="csY1" fmla="*/ 496 h 9004"/>
                <a:gd name="csX0" fmla="*/ 0 w 7337"/>
                <a:gd name="csY0" fmla="*/ 10302 h 10302"/>
                <a:gd name="csX1" fmla="*/ 6610 w 7337"/>
                <a:gd name="csY1" fmla="*/ 927 h 10302"/>
                <a:gd name="csX0" fmla="*/ 0 w 9009"/>
                <a:gd name="csY0" fmla="*/ 9100 h 9100"/>
                <a:gd name="csX1" fmla="*/ 9009 w 9009"/>
                <a:gd name="csY1" fmla="*/ 0 h 9100"/>
                <a:gd name="csX0" fmla="*/ 0 w 11778"/>
                <a:gd name="csY0" fmla="*/ 10326 h 10326"/>
                <a:gd name="csX1" fmla="*/ 11778 w 11778"/>
                <a:gd name="csY1" fmla="*/ 0 h 10326"/>
                <a:gd name="csX0" fmla="*/ 174 w 7951"/>
                <a:gd name="csY0" fmla="*/ 11196 h 11196"/>
                <a:gd name="csX1" fmla="*/ 7951 w 7951"/>
                <a:gd name="csY1" fmla="*/ 0 h 11196"/>
                <a:gd name="csX0" fmla="*/ 487 w 9430"/>
                <a:gd name="csY0" fmla="*/ 9029 h 9029"/>
                <a:gd name="csX1" fmla="*/ 9430 w 9430"/>
                <a:gd name="csY1" fmla="*/ 0 h 90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430" h="9029">
                  <a:moveTo>
                    <a:pt x="487" y="9029"/>
                  </a:moveTo>
                  <a:cubicBezTo>
                    <a:pt x="955" y="3396"/>
                    <a:pt x="-3893" y="971"/>
                    <a:pt x="9430" y="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ADF0DE9-E470-BDD6-0CF4-088BBCC18286}"/>
              </a:ext>
            </a:extLst>
          </p:cNvPr>
          <p:cNvGrpSpPr/>
          <p:nvPr/>
        </p:nvGrpSpPr>
        <p:grpSpPr>
          <a:xfrm>
            <a:off x="9190680" y="1631680"/>
            <a:ext cx="2304317" cy="1457325"/>
            <a:chOff x="9190680" y="1631680"/>
            <a:chExt cx="2304317" cy="1457325"/>
          </a:xfrm>
        </p:grpSpPr>
        <p:pic>
          <p:nvPicPr>
            <p:cNvPr id="39" name="breadboard" descr="A close-up of a white circuit board">
              <a:extLst>
                <a:ext uri="{FF2B5EF4-FFF2-40B4-BE49-F238E27FC236}">
                  <a16:creationId xmlns:a16="http://schemas.microsoft.com/office/drawing/2014/main" id="{87DB4D4A-3AC9-8BA8-AB30-2140C36406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4" t="19365" r="57969" b="21224"/>
            <a:stretch>
              <a:fillRect/>
            </a:stretch>
          </p:blipFill>
          <p:spPr bwMode="auto">
            <a:xfrm rot="5400000">
              <a:off x="9906058" y="1500067"/>
              <a:ext cx="1220807" cy="195707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D67C0436-137E-6DC3-1F40-7353373A9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4669" t="15141" r="23831" b="6054"/>
            <a:stretch>
              <a:fillRect/>
            </a:stretch>
          </p:blipFill>
          <p:spPr bwMode="auto">
            <a:xfrm rot="5400000">
              <a:off x="10890779" y="2405434"/>
              <a:ext cx="322580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81ED105-3616-F4B9-A4EA-99BCF19159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4669" t="15141" r="23831" b="6054"/>
            <a:stretch>
              <a:fillRect/>
            </a:stretch>
          </p:blipFill>
          <p:spPr bwMode="auto">
            <a:xfrm rot="16200000">
              <a:off x="10546583" y="2485297"/>
              <a:ext cx="322580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AB50FA5-7838-19EE-17D4-AAA5A163DE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4669" t="15141" r="23831" b="6054"/>
            <a:stretch>
              <a:fillRect/>
            </a:stretch>
          </p:blipFill>
          <p:spPr bwMode="auto">
            <a:xfrm rot="5400000">
              <a:off x="10719313" y="2447984"/>
              <a:ext cx="322580" cy="10858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55D053D-73A8-09DF-B554-7162DAB40DA1}"/>
                </a:ext>
              </a:extLst>
            </p:cNvPr>
            <p:cNvSpPr/>
            <p:nvPr/>
          </p:nvSpPr>
          <p:spPr>
            <a:xfrm>
              <a:off x="10906047" y="1669780"/>
              <a:ext cx="78209" cy="1104900"/>
            </a:xfrm>
            <a:custGeom>
              <a:avLst/>
              <a:gdLst>
                <a:gd name="csX0" fmla="*/ 13335 w 78209"/>
                <a:gd name="csY0" fmla="*/ 1104900 h 1104900"/>
                <a:gd name="csX1" fmla="*/ 78105 w 78209"/>
                <a:gd name="csY1" fmla="*/ 733425 h 1104900"/>
                <a:gd name="csX2" fmla="*/ 0 w 78209"/>
                <a:gd name="csY2" fmla="*/ 0 h 1104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8209" h="1104900">
                  <a:moveTo>
                    <a:pt x="13335" y="1104900"/>
                  </a:moveTo>
                  <a:cubicBezTo>
                    <a:pt x="46831" y="1011237"/>
                    <a:pt x="80328" y="917575"/>
                    <a:pt x="78105" y="733425"/>
                  </a:cubicBezTo>
                  <a:cubicBezTo>
                    <a:pt x="75883" y="549275"/>
                    <a:pt x="37941" y="274637"/>
                    <a:pt x="0" y="0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74FF7C1-B930-5DED-4F92-940F1AFCF466}"/>
                </a:ext>
              </a:extLst>
            </p:cNvPr>
            <p:cNvSpPr/>
            <p:nvPr/>
          </p:nvSpPr>
          <p:spPr>
            <a:xfrm>
              <a:off x="10675509" y="1631680"/>
              <a:ext cx="76233" cy="590550"/>
            </a:xfrm>
            <a:custGeom>
              <a:avLst/>
              <a:gdLst>
                <a:gd name="csX0" fmla="*/ 68613 w 76233"/>
                <a:gd name="csY0" fmla="*/ 590550 h 590550"/>
                <a:gd name="csX1" fmla="*/ 33 w 76233"/>
                <a:gd name="csY1" fmla="*/ 188595 h 590550"/>
                <a:gd name="csX2" fmla="*/ 76233 w 76233"/>
                <a:gd name="csY2" fmla="*/ 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6233" h="590550">
                  <a:moveTo>
                    <a:pt x="68613" y="590550"/>
                  </a:moveTo>
                  <a:cubicBezTo>
                    <a:pt x="33688" y="438785"/>
                    <a:pt x="-1237" y="287020"/>
                    <a:pt x="33" y="188595"/>
                  </a:cubicBezTo>
                  <a:cubicBezTo>
                    <a:pt x="1303" y="90170"/>
                    <a:pt x="38768" y="45085"/>
                    <a:pt x="76233" y="0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EBEC617-F9BF-A281-1FAD-ECD8293CE6C0}"/>
                </a:ext>
              </a:extLst>
            </p:cNvPr>
            <p:cNvSpPr txBox="1"/>
            <p:nvPr/>
          </p:nvSpPr>
          <p:spPr>
            <a:xfrm>
              <a:off x="9190680" y="1809155"/>
              <a:ext cx="381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(b)</a:t>
              </a: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4E4D4DB-0A31-1649-04D0-4FD55C9A8FEC}"/>
                </a:ext>
              </a:extLst>
            </p:cNvPr>
            <p:cNvSpPr/>
            <p:nvPr/>
          </p:nvSpPr>
          <p:spPr>
            <a:xfrm>
              <a:off x="10706994" y="2317301"/>
              <a:ext cx="41177" cy="80959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90283"/>
                <a:gd name="csY0" fmla="*/ 0 h 14679"/>
                <a:gd name="csX1" fmla="*/ 89322 w 90283"/>
                <a:gd name="csY1" fmla="*/ 14679 h 14679"/>
                <a:gd name="csX0" fmla="*/ 16279 w 31630"/>
                <a:gd name="csY0" fmla="*/ 0 h 7798"/>
                <a:gd name="csX1" fmla="*/ 0 w 31630"/>
                <a:gd name="csY1" fmla="*/ 7798 h 7798"/>
                <a:gd name="csX0" fmla="*/ 5147 w 5147"/>
                <a:gd name="csY0" fmla="*/ 0 h 10000"/>
                <a:gd name="csX1" fmla="*/ 0 w 5147"/>
                <a:gd name="csY1" fmla="*/ 10000 h 10000"/>
                <a:gd name="csX0" fmla="*/ 10542 w 10542"/>
                <a:gd name="csY0" fmla="*/ 0 h 10000"/>
                <a:gd name="csX1" fmla="*/ 542 w 10542"/>
                <a:gd name="csY1" fmla="*/ 10000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42" h="10000">
                  <a:moveTo>
                    <a:pt x="10542" y="0"/>
                  </a:moveTo>
                  <a:cubicBezTo>
                    <a:pt x="-270" y="1293"/>
                    <a:pt x="-839" y="3882"/>
                    <a:pt x="542" y="1000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4EE888F-6886-E0DB-0A18-E344EDF7CCAE}"/>
                </a:ext>
              </a:extLst>
            </p:cNvPr>
            <p:cNvSpPr/>
            <p:nvPr/>
          </p:nvSpPr>
          <p:spPr>
            <a:xfrm>
              <a:off x="10835787" y="2310631"/>
              <a:ext cx="44467" cy="46666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89891"/>
                <a:gd name="csY0" fmla="*/ 2016 h 2170"/>
                <a:gd name="csX1" fmla="*/ 88925 w 89891"/>
                <a:gd name="csY1" fmla="*/ 1006 h 2170"/>
                <a:gd name="csX0" fmla="*/ 0 w 2594"/>
                <a:gd name="csY0" fmla="*/ 0 h 34243"/>
                <a:gd name="csX1" fmla="*/ 1149 w 2594"/>
                <a:gd name="csY1" fmla="*/ 34243 h 34243"/>
                <a:gd name="csX0" fmla="*/ 0 w 11589"/>
                <a:gd name="csY0" fmla="*/ 0 h 6049"/>
                <a:gd name="csX1" fmla="*/ 7664 w 11589"/>
                <a:gd name="csY1" fmla="*/ 6049 h 6049"/>
                <a:gd name="csX0" fmla="*/ 0 w 9368"/>
                <a:gd name="csY0" fmla="*/ 0 h 10000"/>
                <a:gd name="csX1" fmla="*/ 6613 w 9368"/>
                <a:gd name="csY1" fmla="*/ 10000 h 10000"/>
                <a:gd name="csX0" fmla="*/ 0 w 7846"/>
                <a:gd name="csY0" fmla="*/ 0 h 10000"/>
                <a:gd name="csX1" fmla="*/ 7059 w 7846"/>
                <a:gd name="csY1" fmla="*/ 10000 h 10000"/>
                <a:gd name="csX0" fmla="*/ 0 w 9331"/>
                <a:gd name="csY0" fmla="*/ 0 h 10000"/>
                <a:gd name="csX1" fmla="*/ 8997 w 9331"/>
                <a:gd name="csY1" fmla="*/ 10000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331" h="10000">
                  <a:moveTo>
                    <a:pt x="0" y="0"/>
                  </a:moveTo>
                  <a:cubicBezTo>
                    <a:pt x="9726" y="814"/>
                    <a:pt x="9862" y="2858"/>
                    <a:pt x="8997" y="1000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B75A921-24F7-3C6B-CAB5-199244282FF6}"/>
                </a:ext>
              </a:extLst>
            </p:cNvPr>
            <p:cNvSpPr/>
            <p:nvPr/>
          </p:nvSpPr>
          <p:spPr>
            <a:xfrm rot="5400000">
              <a:off x="10844647" y="2638893"/>
              <a:ext cx="32506" cy="46666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89891"/>
                <a:gd name="csY0" fmla="*/ 2016 h 2170"/>
                <a:gd name="csX1" fmla="*/ 88925 w 89891"/>
                <a:gd name="csY1" fmla="*/ 1006 h 2170"/>
                <a:gd name="csX0" fmla="*/ 0 w 2594"/>
                <a:gd name="csY0" fmla="*/ 0 h 34243"/>
                <a:gd name="csX1" fmla="*/ 1149 w 2594"/>
                <a:gd name="csY1" fmla="*/ 34243 h 34243"/>
                <a:gd name="csX0" fmla="*/ 0 w 11589"/>
                <a:gd name="csY0" fmla="*/ 0 h 6049"/>
                <a:gd name="csX1" fmla="*/ 7664 w 11589"/>
                <a:gd name="csY1" fmla="*/ 6049 h 6049"/>
                <a:gd name="csX0" fmla="*/ 0 w 9368"/>
                <a:gd name="csY0" fmla="*/ 0 h 10000"/>
                <a:gd name="csX1" fmla="*/ 6613 w 9368"/>
                <a:gd name="csY1" fmla="*/ 10000 h 10000"/>
                <a:gd name="csX0" fmla="*/ 0 w 7846"/>
                <a:gd name="csY0" fmla="*/ 0 h 10000"/>
                <a:gd name="csX1" fmla="*/ 7059 w 7846"/>
                <a:gd name="csY1" fmla="*/ 10000 h 10000"/>
                <a:gd name="csX0" fmla="*/ 0 w 9331"/>
                <a:gd name="csY0" fmla="*/ 0 h 10000"/>
                <a:gd name="csX1" fmla="*/ 8997 w 9331"/>
                <a:gd name="csY1" fmla="*/ 10000 h 10000"/>
                <a:gd name="csX0" fmla="*/ 0 w 15730"/>
                <a:gd name="csY0" fmla="*/ 2541 h 3152"/>
                <a:gd name="csX1" fmla="*/ 15639 w 15730"/>
                <a:gd name="csY1" fmla="*/ 3152 h 3152"/>
                <a:gd name="csX0" fmla="*/ 0 w 4728"/>
                <a:gd name="csY0" fmla="*/ 0 h 24603"/>
                <a:gd name="csX1" fmla="*/ 3950 w 4728"/>
                <a:gd name="csY1" fmla="*/ 24603 h 24603"/>
                <a:gd name="csX0" fmla="*/ 0 w 9829"/>
                <a:gd name="csY0" fmla="*/ 0 h 12895"/>
                <a:gd name="csX1" fmla="*/ 8066 w 9829"/>
                <a:gd name="csY1" fmla="*/ 12895 h 128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829" h="12895">
                  <a:moveTo>
                    <a:pt x="0" y="0"/>
                  </a:moveTo>
                  <a:cubicBezTo>
                    <a:pt x="14014" y="1049"/>
                    <a:pt x="9312" y="3685"/>
                    <a:pt x="8066" y="12895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9117D1F6-5901-E4F8-D6F2-2418AD36195B}"/>
                </a:ext>
              </a:extLst>
            </p:cNvPr>
            <p:cNvSpPr/>
            <p:nvPr/>
          </p:nvSpPr>
          <p:spPr>
            <a:xfrm>
              <a:off x="11018677" y="2221622"/>
              <a:ext cx="39119" cy="91868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90283"/>
                <a:gd name="csY0" fmla="*/ 0 h 14679"/>
                <a:gd name="csX1" fmla="*/ 89322 w 90283"/>
                <a:gd name="csY1" fmla="*/ 14679 h 14679"/>
                <a:gd name="csX0" fmla="*/ 16279 w 31630"/>
                <a:gd name="csY0" fmla="*/ 0 h 7798"/>
                <a:gd name="csX1" fmla="*/ 0 w 31630"/>
                <a:gd name="csY1" fmla="*/ 7798 h 7798"/>
                <a:gd name="csX0" fmla="*/ 5147 w 5147"/>
                <a:gd name="csY0" fmla="*/ 0 h 10000"/>
                <a:gd name="csX1" fmla="*/ 0 w 5147"/>
                <a:gd name="csY1" fmla="*/ 10000 h 10000"/>
                <a:gd name="csX0" fmla="*/ 10542 w 10542"/>
                <a:gd name="csY0" fmla="*/ 0 h 10000"/>
                <a:gd name="csX1" fmla="*/ 542 w 10542"/>
                <a:gd name="csY1" fmla="*/ 10000 h 10000"/>
                <a:gd name="csX0" fmla="*/ 47835 w 47835"/>
                <a:gd name="csY0" fmla="*/ 0 h 29295"/>
                <a:gd name="csX1" fmla="*/ 37 w 47835"/>
                <a:gd name="csY1" fmla="*/ 29295 h 29295"/>
                <a:gd name="csX0" fmla="*/ 7831 w 7831"/>
                <a:gd name="csY0" fmla="*/ 7288 h 7378"/>
                <a:gd name="csX1" fmla="*/ 1489 w 7831"/>
                <a:gd name="csY1" fmla="*/ 1640 h 7378"/>
                <a:gd name="csX0" fmla="*/ 11018 w 11018"/>
                <a:gd name="csY0" fmla="*/ 16829 h 16916"/>
                <a:gd name="csX1" fmla="*/ 1362 w 11018"/>
                <a:gd name="csY1" fmla="*/ 1679 h 16916"/>
                <a:gd name="csX0" fmla="*/ 9795 w 10530"/>
                <a:gd name="csY0" fmla="*/ 17555 h 17555"/>
                <a:gd name="csX1" fmla="*/ 139 w 10530"/>
                <a:gd name="csY1" fmla="*/ 2405 h 17555"/>
                <a:gd name="csX0" fmla="*/ 9656 w 12789"/>
                <a:gd name="csY0" fmla="*/ 15380 h 15380"/>
                <a:gd name="csX1" fmla="*/ 0 w 12789"/>
                <a:gd name="csY1" fmla="*/ 230 h 15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89" h="15380">
                  <a:moveTo>
                    <a:pt x="9656" y="15380"/>
                  </a:moveTo>
                  <a:cubicBezTo>
                    <a:pt x="13910" y="7087"/>
                    <a:pt x="16298" y="-1524"/>
                    <a:pt x="0" y="23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C0ADA5E-12FE-D6C1-05EC-A8B048CE616A}"/>
                </a:ext>
              </a:extLst>
            </p:cNvPr>
            <p:cNvSpPr/>
            <p:nvPr/>
          </p:nvSpPr>
          <p:spPr>
            <a:xfrm>
              <a:off x="10709405" y="2677054"/>
              <a:ext cx="123152" cy="89532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90283"/>
                <a:gd name="csY0" fmla="*/ 0 h 14679"/>
                <a:gd name="csX1" fmla="*/ 89322 w 90283"/>
                <a:gd name="csY1" fmla="*/ 14679 h 14679"/>
                <a:gd name="csX0" fmla="*/ 16279 w 31630"/>
                <a:gd name="csY0" fmla="*/ 0 h 7798"/>
                <a:gd name="csX1" fmla="*/ 0 w 31630"/>
                <a:gd name="csY1" fmla="*/ 7798 h 7798"/>
                <a:gd name="csX0" fmla="*/ 5147 w 5147"/>
                <a:gd name="csY0" fmla="*/ 0 h 10000"/>
                <a:gd name="csX1" fmla="*/ 0 w 5147"/>
                <a:gd name="csY1" fmla="*/ 10000 h 10000"/>
                <a:gd name="csX0" fmla="*/ 10542 w 10542"/>
                <a:gd name="csY0" fmla="*/ 0 h 10000"/>
                <a:gd name="csX1" fmla="*/ 542 w 10542"/>
                <a:gd name="csY1" fmla="*/ 10000 h 10000"/>
                <a:gd name="csX0" fmla="*/ 1988 w 29298"/>
                <a:gd name="csY0" fmla="*/ 0 h 25530"/>
                <a:gd name="csX1" fmla="*/ 29298 w 29298"/>
                <a:gd name="csY1" fmla="*/ 25530 h 25530"/>
                <a:gd name="csX0" fmla="*/ 539 w 27849"/>
                <a:gd name="csY0" fmla="*/ 0 h 25530"/>
                <a:gd name="csX1" fmla="*/ 27849 w 27849"/>
                <a:gd name="csY1" fmla="*/ 25530 h 25530"/>
                <a:gd name="csX0" fmla="*/ 484 w 31696"/>
                <a:gd name="csY0" fmla="*/ 0 h 11059"/>
                <a:gd name="csX1" fmla="*/ 31696 w 31696"/>
                <a:gd name="csY1" fmla="*/ 11059 h 11059"/>
                <a:gd name="csX0" fmla="*/ 585 w 31797"/>
                <a:gd name="csY0" fmla="*/ 0 h 11059"/>
                <a:gd name="csX1" fmla="*/ 31797 w 31797"/>
                <a:gd name="csY1" fmla="*/ 11059 h 11059"/>
                <a:gd name="csX0" fmla="*/ 317 w 31529"/>
                <a:gd name="csY0" fmla="*/ 0 h 11059"/>
                <a:gd name="csX1" fmla="*/ 31529 w 31529"/>
                <a:gd name="csY1" fmla="*/ 11059 h 110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529" h="11059">
                  <a:moveTo>
                    <a:pt x="317" y="0"/>
                  </a:moveTo>
                  <a:cubicBezTo>
                    <a:pt x="-3180" y="9176"/>
                    <a:pt x="23320" y="5176"/>
                    <a:pt x="31529" y="11059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830883D-48C6-46FA-67F8-0AF4D2420D34}"/>
                </a:ext>
              </a:extLst>
            </p:cNvPr>
            <p:cNvSpPr/>
            <p:nvPr/>
          </p:nvSpPr>
          <p:spPr>
            <a:xfrm>
              <a:off x="11016390" y="2606566"/>
              <a:ext cx="42977" cy="73340"/>
            </a:xfrm>
            <a:custGeom>
              <a:avLst/>
              <a:gdLst>
                <a:gd name="csX0" fmla="*/ 0 w 8573"/>
                <a:gd name="csY0" fmla="*/ 0 h 111443"/>
                <a:gd name="csX1" fmla="*/ 8573 w 8573"/>
                <a:gd name="csY1" fmla="*/ 111443 h 111443"/>
                <a:gd name="csX0" fmla="*/ 0 w 10000"/>
                <a:gd name="csY0" fmla="*/ 0 h 10000"/>
                <a:gd name="csX1" fmla="*/ 10000 w 10000"/>
                <a:gd name="csY1" fmla="*/ 10000 h 10000"/>
                <a:gd name="csX0" fmla="*/ 506 w 2422"/>
                <a:gd name="csY0" fmla="*/ 0 h 9316"/>
                <a:gd name="csX1" fmla="*/ 794 w 2422"/>
                <a:gd name="csY1" fmla="*/ 9316 h 9316"/>
                <a:gd name="csX0" fmla="*/ 0 w 13000"/>
                <a:gd name="csY0" fmla="*/ 0 h 10000"/>
                <a:gd name="csX1" fmla="*/ 1189 w 13000"/>
                <a:gd name="csY1" fmla="*/ 10000 h 10000"/>
                <a:gd name="csX0" fmla="*/ 0 w 17600"/>
                <a:gd name="csY0" fmla="*/ 0 h 10275"/>
                <a:gd name="csX1" fmla="*/ 10717 w 17600"/>
                <a:gd name="csY1" fmla="*/ 10275 h 10275"/>
                <a:gd name="csX0" fmla="*/ 0 w 23495"/>
                <a:gd name="csY0" fmla="*/ 0 h 10275"/>
                <a:gd name="csX1" fmla="*/ 10717 w 23495"/>
                <a:gd name="csY1" fmla="*/ 10275 h 10275"/>
                <a:gd name="csX0" fmla="*/ 0 w 90283"/>
                <a:gd name="csY0" fmla="*/ 0 h 14679"/>
                <a:gd name="csX1" fmla="*/ 89322 w 90283"/>
                <a:gd name="csY1" fmla="*/ 14679 h 14679"/>
                <a:gd name="csX0" fmla="*/ 16279 w 31630"/>
                <a:gd name="csY0" fmla="*/ 0 h 7798"/>
                <a:gd name="csX1" fmla="*/ 0 w 31630"/>
                <a:gd name="csY1" fmla="*/ 7798 h 7798"/>
                <a:gd name="csX0" fmla="*/ 5147 w 5147"/>
                <a:gd name="csY0" fmla="*/ 0 h 10000"/>
                <a:gd name="csX1" fmla="*/ 0 w 5147"/>
                <a:gd name="csY1" fmla="*/ 10000 h 10000"/>
                <a:gd name="csX0" fmla="*/ 10542 w 10542"/>
                <a:gd name="csY0" fmla="*/ 0 h 10000"/>
                <a:gd name="csX1" fmla="*/ 542 w 10542"/>
                <a:gd name="csY1" fmla="*/ 10000 h 10000"/>
                <a:gd name="csX0" fmla="*/ 1988 w 29298"/>
                <a:gd name="csY0" fmla="*/ 0 h 25530"/>
                <a:gd name="csX1" fmla="*/ 29298 w 29298"/>
                <a:gd name="csY1" fmla="*/ 25530 h 25530"/>
                <a:gd name="csX0" fmla="*/ 539 w 27849"/>
                <a:gd name="csY0" fmla="*/ 0 h 25530"/>
                <a:gd name="csX1" fmla="*/ 27849 w 27849"/>
                <a:gd name="csY1" fmla="*/ 25530 h 25530"/>
                <a:gd name="csX0" fmla="*/ 484 w 31696"/>
                <a:gd name="csY0" fmla="*/ 0 h 11059"/>
                <a:gd name="csX1" fmla="*/ 31696 w 31696"/>
                <a:gd name="csY1" fmla="*/ 11059 h 11059"/>
                <a:gd name="csX0" fmla="*/ 585 w 31797"/>
                <a:gd name="csY0" fmla="*/ 0 h 11059"/>
                <a:gd name="csX1" fmla="*/ 31797 w 31797"/>
                <a:gd name="csY1" fmla="*/ 11059 h 11059"/>
                <a:gd name="csX0" fmla="*/ 317 w 31529"/>
                <a:gd name="csY0" fmla="*/ 0 h 11059"/>
                <a:gd name="csX1" fmla="*/ 31529 w 31529"/>
                <a:gd name="csY1" fmla="*/ 11059 h 11059"/>
                <a:gd name="csX0" fmla="*/ 20279 w 20279"/>
                <a:gd name="csY0" fmla="*/ 0 h 38590"/>
                <a:gd name="csX1" fmla="*/ 1744 w 20279"/>
                <a:gd name="csY1" fmla="*/ 38590 h 38590"/>
                <a:gd name="csX0" fmla="*/ 12889 w 12889"/>
                <a:gd name="csY0" fmla="*/ 0 h 9059"/>
                <a:gd name="csX1" fmla="*/ 2401 w 12889"/>
                <a:gd name="csY1" fmla="*/ 9059 h 9059"/>
                <a:gd name="csX0" fmla="*/ 8137 w 8137"/>
                <a:gd name="csY0" fmla="*/ 0 h 10000"/>
                <a:gd name="csX1" fmla="*/ 0 w 8137"/>
                <a:gd name="csY1" fmla="*/ 10000 h 10000"/>
                <a:gd name="csX0" fmla="*/ 10000 w 10000"/>
                <a:gd name="csY0" fmla="*/ 0 h 10000"/>
                <a:gd name="csX1" fmla="*/ 0 w 10000"/>
                <a:gd name="csY1" fmla="*/ 10000 h 10000"/>
                <a:gd name="csX0" fmla="*/ 10000 w 10491"/>
                <a:gd name="csY0" fmla="*/ 0 h 10000"/>
                <a:gd name="csX1" fmla="*/ 0 w 10491"/>
                <a:gd name="csY1" fmla="*/ 10000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491" h="10000">
                  <a:moveTo>
                    <a:pt x="10000" y="0"/>
                  </a:moveTo>
                  <a:cubicBezTo>
                    <a:pt x="10386" y="6752"/>
                    <a:pt x="13100" y="10000"/>
                    <a:pt x="0" y="10000"/>
                  </a:cubicBez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953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University of Richmond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Trawick, Matt</dc:creator>
  <cp:lastModifiedBy>Trawick, Matt</cp:lastModifiedBy>
  <cp:revision>6</cp:revision>
  <dcterms:created xsi:type="dcterms:W3CDTF">2026-05-13T19:35:20Z</dcterms:created>
  <dcterms:modified xsi:type="dcterms:W3CDTF">2026-05-14T13:10:35Z</dcterms:modified>
</cp:coreProperties>
</file>