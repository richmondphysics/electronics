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letter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2E7ED-1F89-4419-B425-9F265EA3A203}" v="8" dt="2026-01-08T17:09:03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97" d="100"/>
          <a:sy n="97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Trawick" userId="234798454_tp_box_2" providerId="OAuth2" clId="{61C237AC-DF79-42D5-9555-ADFB5012D674}"/>
    <pc:docChg chg="modSld">
      <pc:chgData name="Matt Trawick" userId="234798454_tp_box_2" providerId="OAuth2" clId="{61C237AC-DF79-42D5-9555-ADFB5012D674}" dt="2026-01-08T17:09:34.152" v="154" actId="1038"/>
      <pc:docMkLst>
        <pc:docMk/>
      </pc:docMkLst>
      <pc:sldChg chg="addSp modSp mod">
        <pc:chgData name="Matt Trawick" userId="234798454_tp_box_2" providerId="OAuth2" clId="{61C237AC-DF79-42D5-9555-ADFB5012D674}" dt="2026-01-08T17:09:34.152" v="154" actId="1038"/>
        <pc:sldMkLst>
          <pc:docMk/>
          <pc:sldMk cId="1928537193" sldId="257"/>
        </pc:sldMkLst>
        <pc:grpChg chg="add mod">
          <ac:chgData name="Matt Trawick" userId="234798454_tp_box_2" providerId="OAuth2" clId="{61C237AC-DF79-42D5-9555-ADFB5012D674}" dt="2026-01-08T17:09:34.152" v="154" actId="1038"/>
          <ac:grpSpMkLst>
            <pc:docMk/>
            <pc:sldMk cId="1928537193" sldId="257"/>
            <ac:grpSpMk id="17" creationId="{7DCF16A8-5B95-5D89-E25C-E977AA3CD255}"/>
          </ac:grpSpMkLst>
        </pc:grpChg>
        <pc:grpChg chg="add mod">
          <ac:chgData name="Matt Trawick" userId="234798454_tp_box_2" providerId="OAuth2" clId="{61C237AC-DF79-42D5-9555-ADFB5012D674}" dt="2026-01-08T17:09:23.349" v="84" actId="1038"/>
          <ac:grpSpMkLst>
            <pc:docMk/>
            <pc:sldMk cId="1928537193" sldId="257"/>
            <ac:grpSpMk id="18" creationId="{142395C2-C4A0-73A4-366E-815330C8CE21}"/>
          </ac:grpSpMkLst>
        </pc:grp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6" creationId="{4DDB8570-E6EC-F35A-34C7-A6E0A1FDBFF4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7" creationId="{6BCAE12B-C29C-611D-6882-A516FD3F83EB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8" creationId="{C62BD20F-2817-7FFF-1FC7-F6E0E9B918E0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9" creationId="{64B9536A-AC66-6F85-2600-31173D532E22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0" creationId="{6376E6DF-0EC3-ADB4-1ABA-35D29052C283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1" creationId="{3A01ABD6-5D9F-4F00-9E3F-DD3137D780CB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2" creationId="{4672CDB3-3B6F-A788-6111-F617272C44FD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3" creationId="{7BB198D5-2972-D456-C026-1E335D8B8E22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4" creationId="{7BC3553A-17B9-B87D-0A5A-FE4205357904}"/>
          </ac:cxnSpMkLst>
        </pc:cxnChg>
        <pc:cxnChg chg="add mod">
          <ac:chgData name="Matt Trawick" userId="234798454_tp_box_2" providerId="OAuth2" clId="{61C237AC-DF79-42D5-9555-ADFB5012D674}" dt="2026-01-08T17:08:25.886" v="62" actId="465"/>
          <ac:cxnSpMkLst>
            <pc:docMk/>
            <pc:sldMk cId="1928537193" sldId="257"/>
            <ac:cxnSpMk id="15" creationId="{6F261DF3-458B-3058-3AD3-924C6A911CD3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6" creationId="{B21DA1FB-FCF0-4173-8CA4-BEAC87DA74B9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19" creationId="{B1B970C0-91BF-645E-45CF-B667B5DA0EA8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0" creationId="{B9C23C8A-160F-B421-8875-A6DCC181A274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1" creationId="{6A7D1FA3-0F6B-E873-2E85-0DA1C911F461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2" creationId="{0F6E10DF-55DE-841E-E564-FC3DA97401E3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3" creationId="{B427B997-B3C8-7423-D81B-DBB9F814542F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4" creationId="{0946F470-83E4-E724-7A49-A30ECC70F670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7" creationId="{05230ED0-2353-E132-275F-86F196419333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9" creationId="{0E158DEA-02D5-E3FB-B61C-A1CFB734FE30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30" creationId="{CA42B946-D899-620F-C2EE-C82326AC288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8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9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6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4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2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7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7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3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373BA-6A75-4D69-9F3B-89CF1603A04F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0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922A903-365C-E4E0-9FB7-8DB3760D531D}"/>
              </a:ext>
            </a:extLst>
          </p:cNvPr>
          <p:cNvGrpSpPr/>
          <p:nvPr/>
        </p:nvGrpSpPr>
        <p:grpSpPr>
          <a:xfrm>
            <a:off x="1116794" y="256401"/>
            <a:ext cx="7131317" cy="533764"/>
            <a:chOff x="1116794" y="507377"/>
            <a:chExt cx="7131317" cy="533764"/>
          </a:xfrm>
        </p:grpSpPr>
        <p:sp>
          <p:nvSpPr>
            <p:cNvPr id="3" name="author">
              <a:extLst>
                <a:ext uri="{FF2B5EF4-FFF2-40B4-BE49-F238E27FC236}">
                  <a16:creationId xmlns:a16="http://schemas.microsoft.com/office/drawing/2014/main" id="{0C3F58E5-D140-C7B9-2784-2BDDDFAF1296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654A4E-27BB-214E-BB7F-CDE812632B1D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7AC11FCA-97C6-A9F9-E0C8-4FAE017D3226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" name="title text">
                <a:extLst>
                  <a:ext uri="{FF2B5EF4-FFF2-40B4-BE49-F238E27FC236}">
                    <a16:creationId xmlns:a16="http://schemas.microsoft.com/office/drawing/2014/main" id="{E5D3D29D-CF04-F14C-49A6-7837D59F8D24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BC1A9C2-0CCB-63ED-C4C1-011209EC38B6}"/>
              </a:ext>
            </a:extLst>
          </p:cNvPr>
          <p:cNvGrpSpPr/>
          <p:nvPr/>
        </p:nvGrpSpPr>
        <p:grpSpPr>
          <a:xfrm>
            <a:off x="1116794" y="3526351"/>
            <a:ext cx="7131317" cy="533764"/>
            <a:chOff x="1116794" y="507377"/>
            <a:chExt cx="7131317" cy="533764"/>
          </a:xfrm>
        </p:grpSpPr>
        <p:sp>
          <p:nvSpPr>
            <p:cNvPr id="63" name="author">
              <a:extLst>
                <a:ext uri="{FF2B5EF4-FFF2-40B4-BE49-F238E27FC236}">
                  <a16:creationId xmlns:a16="http://schemas.microsoft.com/office/drawing/2014/main" id="{9E240D3F-3C0B-26C8-33BF-BBB06E83D41E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7F3FC6F-36DF-D192-4F26-1F55AC64B7F1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65" name="Parallelogram 64">
                <a:extLst>
                  <a:ext uri="{FF2B5EF4-FFF2-40B4-BE49-F238E27FC236}">
                    <a16:creationId xmlns:a16="http://schemas.microsoft.com/office/drawing/2014/main" id="{10ACADB1-BFA4-F49D-45EF-0BE198C101C6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title text">
                <a:extLst>
                  <a:ext uri="{FF2B5EF4-FFF2-40B4-BE49-F238E27FC236}">
                    <a16:creationId xmlns:a16="http://schemas.microsoft.com/office/drawing/2014/main" id="{D4E9DF55-DED6-5598-B550-82DBE6E58DEF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10F4F31-6156-186F-CD51-75A5C1A207B6}"/>
              </a:ext>
            </a:extLst>
          </p:cNvPr>
          <p:cNvGrpSpPr/>
          <p:nvPr/>
        </p:nvGrpSpPr>
        <p:grpSpPr>
          <a:xfrm>
            <a:off x="1116794" y="4180341"/>
            <a:ext cx="7131317" cy="533764"/>
            <a:chOff x="1116794" y="507377"/>
            <a:chExt cx="7131317" cy="533764"/>
          </a:xfrm>
        </p:grpSpPr>
        <p:sp>
          <p:nvSpPr>
            <p:cNvPr id="68" name="author">
              <a:extLst>
                <a:ext uri="{FF2B5EF4-FFF2-40B4-BE49-F238E27FC236}">
                  <a16:creationId xmlns:a16="http://schemas.microsoft.com/office/drawing/2014/main" id="{7804FD8A-5115-F72A-A20F-350FFD46D39D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707F244-E5D3-AA1E-1151-AA3456454BC2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70" name="Parallelogram 69">
                <a:extLst>
                  <a:ext uri="{FF2B5EF4-FFF2-40B4-BE49-F238E27FC236}">
                    <a16:creationId xmlns:a16="http://schemas.microsoft.com/office/drawing/2014/main" id="{864AF0D5-65EE-1173-126E-A1FC0D33EC3E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title text">
                <a:extLst>
                  <a:ext uri="{FF2B5EF4-FFF2-40B4-BE49-F238E27FC236}">
                    <a16:creationId xmlns:a16="http://schemas.microsoft.com/office/drawing/2014/main" id="{FB77EE27-DDF7-0349-78B2-C93E8C005925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0AD4765-02D7-FD79-4A66-0E651588313B}"/>
              </a:ext>
            </a:extLst>
          </p:cNvPr>
          <p:cNvGrpSpPr/>
          <p:nvPr/>
        </p:nvGrpSpPr>
        <p:grpSpPr>
          <a:xfrm>
            <a:off x="1116794" y="4834331"/>
            <a:ext cx="7131317" cy="533764"/>
            <a:chOff x="1116794" y="507377"/>
            <a:chExt cx="7131317" cy="533764"/>
          </a:xfrm>
        </p:grpSpPr>
        <p:sp>
          <p:nvSpPr>
            <p:cNvPr id="73" name="author">
              <a:extLst>
                <a:ext uri="{FF2B5EF4-FFF2-40B4-BE49-F238E27FC236}">
                  <a16:creationId xmlns:a16="http://schemas.microsoft.com/office/drawing/2014/main" id="{DF6270A9-3C0E-7B1C-093F-C6A088A78854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0A9BE3C-4350-5E56-643B-6F850BF6F0DE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75" name="Parallelogram 74">
                <a:extLst>
                  <a:ext uri="{FF2B5EF4-FFF2-40B4-BE49-F238E27FC236}">
                    <a16:creationId xmlns:a16="http://schemas.microsoft.com/office/drawing/2014/main" id="{4C54D7EC-E7A3-CC46-D625-7E586AB79B3B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title text">
                <a:extLst>
                  <a:ext uri="{FF2B5EF4-FFF2-40B4-BE49-F238E27FC236}">
                    <a16:creationId xmlns:a16="http://schemas.microsoft.com/office/drawing/2014/main" id="{D593A20E-390D-D35C-ECD4-6685B6CF33B0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064D86C-C7C3-7A97-99D6-B2ED006390C1}"/>
              </a:ext>
            </a:extLst>
          </p:cNvPr>
          <p:cNvGrpSpPr/>
          <p:nvPr/>
        </p:nvGrpSpPr>
        <p:grpSpPr>
          <a:xfrm>
            <a:off x="1116794" y="5488321"/>
            <a:ext cx="7131317" cy="533764"/>
            <a:chOff x="1116794" y="507377"/>
            <a:chExt cx="7131317" cy="533764"/>
          </a:xfrm>
        </p:grpSpPr>
        <p:sp>
          <p:nvSpPr>
            <p:cNvPr id="78" name="author">
              <a:extLst>
                <a:ext uri="{FF2B5EF4-FFF2-40B4-BE49-F238E27FC236}">
                  <a16:creationId xmlns:a16="http://schemas.microsoft.com/office/drawing/2014/main" id="{E15FF395-EB1E-83E8-706E-48C58742F85F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0E9B9A9-2D3B-E2EB-D0E0-89A37E1B3B4F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80" name="Parallelogram 79">
                <a:extLst>
                  <a:ext uri="{FF2B5EF4-FFF2-40B4-BE49-F238E27FC236}">
                    <a16:creationId xmlns:a16="http://schemas.microsoft.com/office/drawing/2014/main" id="{9B67FE70-C091-1A97-74FD-68083EC13325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title text">
                <a:extLst>
                  <a:ext uri="{FF2B5EF4-FFF2-40B4-BE49-F238E27FC236}">
                    <a16:creationId xmlns:a16="http://schemas.microsoft.com/office/drawing/2014/main" id="{54E2C59E-C6B8-1410-DC19-A957A9BAB96F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4A14A8D-30F8-D4EF-CF08-F26A7EBAAA32}"/>
              </a:ext>
            </a:extLst>
          </p:cNvPr>
          <p:cNvGrpSpPr/>
          <p:nvPr/>
        </p:nvGrpSpPr>
        <p:grpSpPr>
          <a:xfrm>
            <a:off x="1116794" y="2872361"/>
            <a:ext cx="7131317" cy="533764"/>
            <a:chOff x="1116794" y="507377"/>
            <a:chExt cx="7131317" cy="533764"/>
          </a:xfrm>
        </p:grpSpPr>
        <p:sp>
          <p:nvSpPr>
            <p:cNvPr id="83" name="author">
              <a:extLst>
                <a:ext uri="{FF2B5EF4-FFF2-40B4-BE49-F238E27FC236}">
                  <a16:creationId xmlns:a16="http://schemas.microsoft.com/office/drawing/2014/main" id="{63BDBB8E-893E-FDF0-B0BB-0513338CC2EF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4065038-FD27-C72F-AD5B-7196160A4876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85" name="Parallelogram 84">
                <a:extLst>
                  <a:ext uri="{FF2B5EF4-FFF2-40B4-BE49-F238E27FC236}">
                    <a16:creationId xmlns:a16="http://schemas.microsoft.com/office/drawing/2014/main" id="{11978163-753E-23DB-2057-D2EBF6DD3152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title text">
                <a:extLst>
                  <a:ext uri="{FF2B5EF4-FFF2-40B4-BE49-F238E27FC236}">
                    <a16:creationId xmlns:a16="http://schemas.microsoft.com/office/drawing/2014/main" id="{6DB9D1FD-356B-12D7-3B24-121F5B6E6AA4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23753A3-5CF7-39A4-7946-484D0E3618AF}"/>
              </a:ext>
            </a:extLst>
          </p:cNvPr>
          <p:cNvGrpSpPr/>
          <p:nvPr/>
        </p:nvGrpSpPr>
        <p:grpSpPr>
          <a:xfrm>
            <a:off x="1116794" y="6142309"/>
            <a:ext cx="7131317" cy="533764"/>
            <a:chOff x="1116794" y="507377"/>
            <a:chExt cx="7131317" cy="533764"/>
          </a:xfrm>
        </p:grpSpPr>
        <p:sp>
          <p:nvSpPr>
            <p:cNvPr id="88" name="author">
              <a:extLst>
                <a:ext uri="{FF2B5EF4-FFF2-40B4-BE49-F238E27FC236}">
                  <a16:creationId xmlns:a16="http://schemas.microsoft.com/office/drawing/2014/main" id="{F615EF82-FE42-940D-E666-9C2933911B2C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A61E404-132C-AE3E-DCA6-F46FCC44834D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45D3A6BA-1DAC-7D51-075D-8916E7446434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title text">
                <a:extLst>
                  <a:ext uri="{FF2B5EF4-FFF2-40B4-BE49-F238E27FC236}">
                    <a16:creationId xmlns:a16="http://schemas.microsoft.com/office/drawing/2014/main" id="{AAD056A8-35DA-E16F-241C-1F902E29C184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F33745B-64FB-6D0B-E6D1-D8967C698202}"/>
              </a:ext>
            </a:extLst>
          </p:cNvPr>
          <p:cNvGrpSpPr/>
          <p:nvPr/>
        </p:nvGrpSpPr>
        <p:grpSpPr>
          <a:xfrm>
            <a:off x="1116794" y="910391"/>
            <a:ext cx="7131317" cy="533764"/>
            <a:chOff x="1116794" y="507377"/>
            <a:chExt cx="7131317" cy="533764"/>
          </a:xfrm>
        </p:grpSpPr>
        <p:sp>
          <p:nvSpPr>
            <p:cNvPr id="93" name="author">
              <a:extLst>
                <a:ext uri="{FF2B5EF4-FFF2-40B4-BE49-F238E27FC236}">
                  <a16:creationId xmlns:a16="http://schemas.microsoft.com/office/drawing/2014/main" id="{14FB44D8-0B28-C0E7-ED49-56C87F4582E9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641EB19-DD39-31A6-1820-DF064CEBA3CF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B6138804-4037-4027-DFA5-C86675F41EBF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title text">
                <a:extLst>
                  <a:ext uri="{FF2B5EF4-FFF2-40B4-BE49-F238E27FC236}">
                    <a16:creationId xmlns:a16="http://schemas.microsoft.com/office/drawing/2014/main" id="{E6A2700B-F939-5AA4-5056-A08A15F3DE24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A24BB09-DD49-5426-A4B3-B2089F633163}"/>
              </a:ext>
            </a:extLst>
          </p:cNvPr>
          <p:cNvGrpSpPr/>
          <p:nvPr/>
        </p:nvGrpSpPr>
        <p:grpSpPr>
          <a:xfrm>
            <a:off x="1116794" y="1564381"/>
            <a:ext cx="7131317" cy="533764"/>
            <a:chOff x="1116794" y="507377"/>
            <a:chExt cx="7131317" cy="533764"/>
          </a:xfrm>
        </p:grpSpPr>
        <p:sp>
          <p:nvSpPr>
            <p:cNvPr id="98" name="author">
              <a:extLst>
                <a:ext uri="{FF2B5EF4-FFF2-40B4-BE49-F238E27FC236}">
                  <a16:creationId xmlns:a16="http://schemas.microsoft.com/office/drawing/2014/main" id="{7699E34E-D61B-B8DB-C4D9-C51F09E3FB67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70FCC927-E350-18A9-28CF-5AFD7722B941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8A6D80E5-7D1F-DE42-ABFB-752356C1C17D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title text">
                <a:extLst>
                  <a:ext uri="{FF2B5EF4-FFF2-40B4-BE49-F238E27FC236}">
                    <a16:creationId xmlns:a16="http://schemas.microsoft.com/office/drawing/2014/main" id="{847862C6-5363-765B-518C-EAC8F4D22BA8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049E427-B37A-C817-E1AC-B365C5BD9514}"/>
              </a:ext>
            </a:extLst>
          </p:cNvPr>
          <p:cNvGrpSpPr/>
          <p:nvPr/>
        </p:nvGrpSpPr>
        <p:grpSpPr>
          <a:xfrm>
            <a:off x="1116794" y="2218371"/>
            <a:ext cx="7131317" cy="533764"/>
            <a:chOff x="1116794" y="507377"/>
            <a:chExt cx="7131317" cy="533764"/>
          </a:xfrm>
        </p:grpSpPr>
        <p:sp>
          <p:nvSpPr>
            <p:cNvPr id="103" name="author">
              <a:extLst>
                <a:ext uri="{FF2B5EF4-FFF2-40B4-BE49-F238E27FC236}">
                  <a16:creationId xmlns:a16="http://schemas.microsoft.com/office/drawing/2014/main" id="{B7AE751A-69BE-68F8-C5A2-860D83F49C51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D813863-8359-AB5B-4C27-392391A1F6EB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105" name="Parallelogram 104">
                <a:extLst>
                  <a:ext uri="{FF2B5EF4-FFF2-40B4-BE49-F238E27FC236}">
                    <a16:creationId xmlns:a16="http://schemas.microsoft.com/office/drawing/2014/main" id="{F5D024FC-A256-69F1-C981-C64DB99AF8CC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title text">
                <a:extLst>
                  <a:ext uri="{FF2B5EF4-FFF2-40B4-BE49-F238E27FC236}">
                    <a16:creationId xmlns:a16="http://schemas.microsoft.com/office/drawing/2014/main" id="{D0A1BAED-47F4-9C16-28E7-1B1B396A59F0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CF16A8-5B95-5D89-E25C-E977AA3CD255}"/>
              </a:ext>
            </a:extLst>
          </p:cNvPr>
          <p:cNvGrpSpPr/>
          <p:nvPr/>
        </p:nvGrpSpPr>
        <p:grpSpPr>
          <a:xfrm>
            <a:off x="-103793" y="193127"/>
            <a:ext cx="182880" cy="6566338"/>
            <a:chOff x="1366345" y="193127"/>
            <a:chExt cx="182880" cy="656633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DB8570-E6EC-F35A-34C7-A6E0A1FDBFF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9312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AE12B-C29C-611D-6882-A516FD3F83E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84976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2BD20F-2817-7FFF-1FC7-F6E0E9B918E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50639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B9536A-AC66-6F85-2600-31173D532E22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16302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76E6DF-0EC3-ADB4-1ABA-35D29052C28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81966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01ABD6-5D9F-4F00-9E3F-DD3137D780C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347629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72CDB3-3B6F-A788-6111-F617272C44FD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13293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B198D5-2972-D456-C026-1E335D8B8E22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7895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BC3553A-17B9-B87D-0A5A-FE420535790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544619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261DF3-458B-3058-3AD3-924C6A911CD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10283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1DA1FB-FCF0-4173-8CA4-BEAC87DA74B9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7594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2395C2-C4A0-73A4-366E-815330C8CE21}"/>
              </a:ext>
            </a:extLst>
          </p:cNvPr>
          <p:cNvGrpSpPr/>
          <p:nvPr/>
        </p:nvGrpSpPr>
        <p:grpSpPr>
          <a:xfrm>
            <a:off x="9062546" y="193127"/>
            <a:ext cx="182880" cy="6566338"/>
            <a:chOff x="1366345" y="193127"/>
            <a:chExt cx="182880" cy="65663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B970C0-91BF-645E-45CF-B667B5DA0EA8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9312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C23C8A-160F-B421-8875-A6DCC181A27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84976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A7D1FA3-0F6B-E873-2E85-0DA1C911F461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50639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F6E10DF-55DE-841E-E564-FC3DA97401E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16302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427B997-B3C8-7423-D81B-DBB9F814542F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81966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946F470-83E4-E724-7A49-A30ECC70F67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347629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230ED0-2353-E132-275F-86F19641933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13293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31F1730-0940-B69F-0FBE-823617279202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7895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158DEA-02D5-E3FB-B61C-A1CFB734FE3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544619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A42B946-D899-620F-C2EE-C82326AC28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10283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F05F04-B702-18B4-B512-DC29317A425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7594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853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50</Words>
  <Application>Microsoft Office PowerPoint</Application>
  <PresentationFormat>Letter Paper (8.5x11 in)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Trawick, Matt</dc:creator>
  <cp:lastModifiedBy>Trawick, Matt</cp:lastModifiedBy>
  <cp:revision>5</cp:revision>
  <cp:lastPrinted>2026-01-08T17:03:22Z</cp:lastPrinted>
  <dcterms:created xsi:type="dcterms:W3CDTF">2024-03-08T03:16:43Z</dcterms:created>
  <dcterms:modified xsi:type="dcterms:W3CDTF">2026-01-08T17:09:42Z</dcterms:modified>
</cp:coreProperties>
</file>